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11A3-31D3-9CB4-989F-B3C680E4A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7167A-16E6-47DD-F4DF-FC6AE1B1F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3F07A-2B0D-F4E0-1220-B0F3C30C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F41EC-9E65-4322-A327-D092FE2AF1A2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FC019-00C3-E608-9871-BA98FE76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4B025-039B-A38A-C0CB-87367FFD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1AB1-1E8E-4C7E-AF76-327A7301AE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1825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1C58-1780-7746-95D0-5794985D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CAD8D-17B8-8720-8667-E12EE6CC4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60768-41FC-0824-B51C-BAEADA175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F41EC-9E65-4322-A327-D092FE2AF1A2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1A15E-9338-A9CA-50C7-30F01908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386DF-D149-8396-C0F1-5F075CFC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1AB1-1E8E-4C7E-AF76-327A7301AE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3547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5B844-949A-882B-7E8C-68CD70044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BBCAD-0C29-64B8-62DA-CA49D7709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1F80C-062D-9851-BA78-723F9BF66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F41EC-9E65-4322-A327-D092FE2AF1A2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B0832-761C-652C-D223-8BE804953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0053C-8BAA-A4CA-D295-73B08BFDF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1AB1-1E8E-4C7E-AF76-327A7301AE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5701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94296-6D8F-43AD-9275-C4670532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D70F3-FF56-6283-DE7A-49FA955EE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BC607-FBD0-E38F-F0D6-300110C6D5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AB268-FF95-0214-3FCA-6CF8B69E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F41EC-9E65-4322-A327-D092FE2AF1A2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4032C-A59E-8E19-195A-F78D7FA6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93083-B474-8287-2D0E-5474B7775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1AB1-1E8E-4C7E-AF76-327A7301AE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0969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9AF7D-ABBB-50CE-07B7-3B12A0C87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D63D7-90BD-09EE-122C-1366C21F2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A369F-AA9F-56F7-C9BD-67F43FB87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1E3A78-023A-F6D1-077A-3C1C4A87F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258459-0AB3-7964-A5D2-37484137B6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1AED24-6619-A6E6-59A6-45C4BE46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F41EC-9E65-4322-A327-D092FE2AF1A2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542332-789F-5886-2118-FE1508977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AD8689-62C3-6517-0839-90ABFFAF4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1AB1-1E8E-4C7E-AF76-327A7301AE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5431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95C95-50C2-E18A-A97E-6F54FF912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A84456-607D-6003-5902-4E1319E67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F41EC-9E65-4322-A327-D092FE2AF1A2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9BACD6-F3FC-1AF1-FB0A-02A318ABC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9BD16-9698-1149-D402-88B954728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1AB1-1E8E-4C7E-AF76-327A7301AE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438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A24AFA-13AA-D6ED-B9BF-3D45C4A3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F41EC-9E65-4322-A327-D092FE2AF1A2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CE7EF-B90A-3047-F944-F99980F53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E7DAF-0573-917B-B10B-48D612FC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1AB1-1E8E-4C7E-AF76-327A7301AE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43862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33A2B-6F45-99DE-2F7C-DA3E19C4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C96E0-8F64-E6D1-A9D0-3BA5608BF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F52B7-E02A-2F21-667F-EEF8C34EF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EF7B3-E880-B3C3-0C01-80CE70DF7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F41EC-9E65-4322-A327-D092FE2AF1A2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10A25-9131-29AE-DE4E-72BCDFF27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A532C-5776-BD61-F510-9ABEADC74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1AB1-1E8E-4C7E-AF76-327A7301AE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1959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97292-3AA9-4D35-923C-B35D2D46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EB264E-2466-7E93-1298-318A4A103F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1326C-95A3-02BE-5288-0F9201FD70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7CB80-72EF-A7E8-3ECD-81F967241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F41EC-9E65-4322-A327-D092FE2AF1A2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087A9-D572-B1DC-4573-422A0FCB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279F8-3D86-7D9D-0D6F-54CFE656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1AB1-1E8E-4C7E-AF76-327A7301AE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9657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48EA8-A77F-DC13-29F1-DC417FD1D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6DE3A0-3C1D-05DC-A3F2-FC66BA555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15103-67EF-871B-F6D6-7B0C8891F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F41EC-9E65-4322-A327-D092FE2AF1A2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F394B-5DDB-E6DA-F2E8-51D90A05C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CA809-23BF-95F4-C7AD-E9614927F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1AB1-1E8E-4C7E-AF76-327A7301AE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9828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83352E-536E-C6C1-499B-BB440BF72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943159-0BCE-5661-4330-4240BAA4D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7004F-88EA-3E3D-39E4-FB9566A8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F41EC-9E65-4322-A327-D092FE2AF1A2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31A6B-13D2-21DD-AE9E-8BE19914C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0636F-07AD-784E-40F0-DB284969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1A1AB1-1E8E-4C7E-AF76-327A7301AE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4286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EF042B-72AE-AAA2-FBFA-82C9F69C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656B5-14A4-8DBC-7231-14605628E4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07999-ADC8-C223-C6AC-68530D9D9B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7F41EC-9E65-4322-A327-D092FE2AF1A2}" type="datetimeFigureOut">
              <a:rPr lang="en-CA" smtClean="0"/>
              <a:t>2026-02-26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5ED3F-400A-E97C-4A67-04D56ECC3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B04D0-581A-E3DE-F66D-DC1D72DBC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1A1AB1-1E8E-4C7E-AF76-327A7301AE5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658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2.jpe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8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21" Type="http://schemas.openxmlformats.org/officeDocument/2006/relationships/image" Target="../media/image32.png"/><Relationship Id="rId7" Type="http://schemas.openxmlformats.org/officeDocument/2006/relationships/image" Target="../media/image8.png"/><Relationship Id="rId12" Type="http://schemas.openxmlformats.org/officeDocument/2006/relationships/image" Target="../media/image16.png"/><Relationship Id="rId17" Type="http://schemas.openxmlformats.org/officeDocument/2006/relationships/image" Target="../media/image28.png"/><Relationship Id="rId2" Type="http://schemas.openxmlformats.org/officeDocument/2006/relationships/image" Target="../media/image2.jpeg"/><Relationship Id="rId16" Type="http://schemas.openxmlformats.org/officeDocument/2006/relationships/image" Target="../media/image21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5.png"/><Relationship Id="rId5" Type="http://schemas.openxmlformats.org/officeDocument/2006/relationships/image" Target="../media/image6.png"/><Relationship Id="rId15" Type="http://schemas.openxmlformats.org/officeDocument/2006/relationships/image" Target="../media/image20.png"/><Relationship Id="rId10" Type="http://schemas.openxmlformats.org/officeDocument/2006/relationships/image" Target="../media/image14.png"/><Relationship Id="rId19" Type="http://schemas.openxmlformats.org/officeDocument/2006/relationships/image" Target="../media/image30.png"/><Relationship Id="rId4" Type="http://schemas.openxmlformats.org/officeDocument/2006/relationships/image" Target="../media/image5.png"/><Relationship Id="rId9" Type="http://schemas.openxmlformats.org/officeDocument/2006/relationships/image" Target="../media/image13.png"/><Relationship Id="rId1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223FF-57CE-8604-CF52-2518223885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Illustrations for the term paper of FEM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B6AD6-366F-0267-5F84-7294859CC1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50969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F5CDA27-3035-B245-5C85-BF8434B75B1D}"/>
              </a:ext>
            </a:extLst>
          </p:cNvPr>
          <p:cNvGrpSpPr/>
          <p:nvPr/>
        </p:nvGrpSpPr>
        <p:grpSpPr>
          <a:xfrm>
            <a:off x="783771" y="2407297"/>
            <a:ext cx="8455574" cy="2677886"/>
            <a:chOff x="783771" y="2407297"/>
            <a:chExt cx="8455574" cy="267788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981D032-8D11-C798-BFDC-2D9ECA84F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14" r="7168" b="7035"/>
            <a:stretch>
              <a:fillRect/>
            </a:stretch>
          </p:blipFill>
          <p:spPr>
            <a:xfrm>
              <a:off x="783771" y="2407297"/>
              <a:ext cx="5863313" cy="2677886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2999037-E0B4-719E-E2D8-0B5EBEF1D902}"/>
                </a:ext>
              </a:extLst>
            </p:cNvPr>
            <p:cNvSpPr/>
            <p:nvPr/>
          </p:nvSpPr>
          <p:spPr>
            <a:xfrm>
              <a:off x="4683967" y="2817921"/>
              <a:ext cx="167951" cy="14929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29B9916-88F0-900D-4B8A-A6769AA76A8F}"/>
                </a:ext>
              </a:extLst>
            </p:cNvPr>
            <p:cNvSpPr/>
            <p:nvPr/>
          </p:nvSpPr>
          <p:spPr>
            <a:xfrm rot="20079450" flipV="1">
              <a:off x="4021494" y="4002834"/>
              <a:ext cx="2397967" cy="13062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DD2D34D-F373-A52C-42EE-CD458D3CD8AF}"/>
                </a:ext>
              </a:extLst>
            </p:cNvPr>
            <p:cNvSpPr/>
            <p:nvPr/>
          </p:nvSpPr>
          <p:spPr>
            <a:xfrm>
              <a:off x="7518533" y="2407297"/>
              <a:ext cx="1154401" cy="809909"/>
            </a:xfrm>
            <a:custGeom>
              <a:avLst/>
              <a:gdLst>
                <a:gd name="csX0" fmla="*/ 782523 w 1154401"/>
                <a:gd name="csY0" fmla="*/ 4466 h 809909"/>
                <a:gd name="csX1" fmla="*/ 1017391 w 1154401"/>
                <a:gd name="csY1" fmla="*/ 24277 h 809909"/>
                <a:gd name="csX2" fmla="*/ 1062398 w 1154401"/>
                <a:gd name="csY2" fmla="*/ 25781 h 809909"/>
                <a:gd name="csX3" fmla="*/ 1140276 w 1154401"/>
                <a:gd name="csY3" fmla="*/ 22121 h 809909"/>
                <a:gd name="csX4" fmla="*/ 1137554 w 1154401"/>
                <a:gd name="csY4" fmla="*/ 311740 h 809909"/>
                <a:gd name="csX5" fmla="*/ 1139711 w 1154401"/>
                <a:gd name="csY5" fmla="*/ 382922 h 809909"/>
                <a:gd name="csX6" fmla="*/ 1140276 w 1154401"/>
                <a:gd name="csY6" fmla="*/ 386073 h 809909"/>
                <a:gd name="csX7" fmla="*/ 1140276 w 1154401"/>
                <a:gd name="csY7" fmla="*/ 796487 h 809909"/>
                <a:gd name="csX8" fmla="*/ 655414 w 1154401"/>
                <a:gd name="csY8" fmla="*/ 789158 h 809909"/>
                <a:gd name="csX9" fmla="*/ 600859 w 1154401"/>
                <a:gd name="csY9" fmla="*/ 793577 h 809909"/>
                <a:gd name="csX10" fmla="*/ 514551 w 1154401"/>
                <a:gd name="csY10" fmla="*/ 23689 h 809909"/>
                <a:gd name="csX11" fmla="*/ 542363 w 1154401"/>
                <a:gd name="csY11" fmla="*/ 22121 h 809909"/>
                <a:gd name="csX12" fmla="*/ 602569 w 1154401"/>
                <a:gd name="csY12" fmla="*/ 20025 h 809909"/>
                <a:gd name="csX13" fmla="*/ 682151 w 1154401"/>
                <a:gd name="csY13" fmla="*/ 8965 h 809909"/>
                <a:gd name="csX14" fmla="*/ 782523 w 1154401"/>
                <a:gd name="csY14" fmla="*/ 4466 h 809909"/>
                <a:gd name="csX15" fmla="*/ 115967 w 1154401"/>
                <a:gd name="csY15" fmla="*/ 43 h 809909"/>
                <a:gd name="csX16" fmla="*/ 244119 w 1154401"/>
                <a:gd name="csY16" fmla="*/ 14716 h 809909"/>
                <a:gd name="csX17" fmla="*/ 367788 w 1154401"/>
                <a:gd name="csY17" fmla="*/ 29283 h 809909"/>
                <a:gd name="csX18" fmla="*/ 404631 w 1154401"/>
                <a:gd name="csY18" fmla="*/ 29884 h 809909"/>
                <a:gd name="csX19" fmla="*/ 439910 w 1154401"/>
                <a:gd name="csY19" fmla="*/ 27896 h 809909"/>
                <a:gd name="csX20" fmla="*/ 527361 w 1154401"/>
                <a:gd name="csY20" fmla="*/ 807985 h 809909"/>
                <a:gd name="csX21" fmla="*/ 470813 w 1154401"/>
                <a:gd name="csY21" fmla="*/ 809909 h 809909"/>
                <a:gd name="csX22" fmla="*/ 391505 w 1154401"/>
                <a:gd name="csY22" fmla="*/ 803671 h 809909"/>
                <a:gd name="csX23" fmla="*/ 295651 w 1154401"/>
                <a:gd name="csY23" fmla="*/ 796898 h 809909"/>
                <a:gd name="csX24" fmla="*/ 12139 w 1154401"/>
                <a:gd name="csY24" fmla="*/ 796487 h 809909"/>
                <a:gd name="csX25" fmla="*/ 0 w 1154401"/>
                <a:gd name="csY25" fmla="*/ 700628 h 809909"/>
                <a:gd name="csX26" fmla="*/ 4889 w 1154401"/>
                <a:gd name="csY26" fmla="*/ 632034 h 809909"/>
                <a:gd name="csX27" fmla="*/ 5242 w 1154401"/>
                <a:gd name="csY27" fmla="*/ 624085 h 809909"/>
                <a:gd name="csX28" fmla="*/ 12139 w 1154401"/>
                <a:gd name="csY28" fmla="*/ 424791 h 809909"/>
                <a:gd name="csX29" fmla="*/ 11914 w 1154401"/>
                <a:gd name="csY29" fmla="*/ 413802 h 809909"/>
                <a:gd name="csX30" fmla="*/ 7662 w 1154401"/>
                <a:gd name="csY30" fmla="*/ 352381 h 809909"/>
                <a:gd name="csX31" fmla="*/ 12139 w 1154401"/>
                <a:gd name="csY31" fmla="*/ 22121 h 809909"/>
                <a:gd name="csX32" fmla="*/ 115967 w 1154401"/>
                <a:gd name="csY32" fmla="*/ 43 h 8099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</a:cxnLst>
              <a:rect l="l" t="t" r="r" b="b"/>
              <a:pathLst>
                <a:path w="1154401" h="809909">
                  <a:moveTo>
                    <a:pt x="782523" y="4466"/>
                  </a:moveTo>
                  <a:cubicBezTo>
                    <a:pt x="874590" y="5155"/>
                    <a:pt x="944526" y="18998"/>
                    <a:pt x="1017391" y="24277"/>
                  </a:cubicBezTo>
                  <a:lnTo>
                    <a:pt x="1062398" y="25781"/>
                  </a:lnTo>
                  <a:lnTo>
                    <a:pt x="1140276" y="22121"/>
                  </a:lnTo>
                  <a:cubicBezTo>
                    <a:pt x="1156336" y="133749"/>
                    <a:pt x="1140662" y="222752"/>
                    <a:pt x="1137554" y="311740"/>
                  </a:cubicBezTo>
                  <a:lnTo>
                    <a:pt x="1139711" y="382922"/>
                  </a:lnTo>
                  <a:lnTo>
                    <a:pt x="1140276" y="386073"/>
                  </a:lnTo>
                  <a:cubicBezTo>
                    <a:pt x="1180148" y="558633"/>
                    <a:pt x="1120909" y="701474"/>
                    <a:pt x="1140276" y="796487"/>
                  </a:cubicBezTo>
                  <a:cubicBezTo>
                    <a:pt x="982611" y="821010"/>
                    <a:pt x="855442" y="780009"/>
                    <a:pt x="655414" y="789158"/>
                  </a:cubicBezTo>
                  <a:lnTo>
                    <a:pt x="600859" y="793577"/>
                  </a:lnTo>
                  <a:lnTo>
                    <a:pt x="514551" y="23689"/>
                  </a:lnTo>
                  <a:lnTo>
                    <a:pt x="542363" y="22121"/>
                  </a:lnTo>
                  <a:lnTo>
                    <a:pt x="602569" y="20025"/>
                  </a:lnTo>
                  <a:lnTo>
                    <a:pt x="682151" y="8965"/>
                  </a:lnTo>
                  <a:cubicBezTo>
                    <a:pt x="718686" y="5468"/>
                    <a:pt x="751834" y="4236"/>
                    <a:pt x="782523" y="4466"/>
                  </a:cubicBezTo>
                  <a:close/>
                  <a:moveTo>
                    <a:pt x="115967" y="43"/>
                  </a:moveTo>
                  <a:cubicBezTo>
                    <a:pt x="154434" y="645"/>
                    <a:pt x="196956" y="7372"/>
                    <a:pt x="244119" y="14716"/>
                  </a:cubicBezTo>
                  <a:lnTo>
                    <a:pt x="367788" y="29283"/>
                  </a:lnTo>
                  <a:lnTo>
                    <a:pt x="404631" y="29884"/>
                  </a:lnTo>
                  <a:lnTo>
                    <a:pt x="439910" y="27896"/>
                  </a:lnTo>
                  <a:lnTo>
                    <a:pt x="527361" y="807985"/>
                  </a:lnTo>
                  <a:lnTo>
                    <a:pt x="470813" y="809909"/>
                  </a:lnTo>
                  <a:lnTo>
                    <a:pt x="391505" y="803671"/>
                  </a:lnTo>
                  <a:lnTo>
                    <a:pt x="295651" y="796898"/>
                  </a:lnTo>
                  <a:cubicBezTo>
                    <a:pt x="223528" y="789652"/>
                    <a:pt x="149032" y="782270"/>
                    <a:pt x="12139" y="796487"/>
                  </a:cubicBezTo>
                  <a:cubicBezTo>
                    <a:pt x="3499" y="759296"/>
                    <a:pt x="263" y="728624"/>
                    <a:pt x="0" y="700628"/>
                  </a:cubicBezTo>
                  <a:lnTo>
                    <a:pt x="4889" y="632034"/>
                  </a:lnTo>
                  <a:lnTo>
                    <a:pt x="5242" y="624085"/>
                  </a:lnTo>
                  <a:cubicBezTo>
                    <a:pt x="10125" y="566208"/>
                    <a:pt x="17307" y="503850"/>
                    <a:pt x="12139" y="424791"/>
                  </a:cubicBezTo>
                  <a:lnTo>
                    <a:pt x="11914" y="413802"/>
                  </a:lnTo>
                  <a:lnTo>
                    <a:pt x="7662" y="352381"/>
                  </a:lnTo>
                  <a:cubicBezTo>
                    <a:pt x="1555" y="212681"/>
                    <a:pt x="22972" y="145234"/>
                    <a:pt x="12139" y="22121"/>
                  </a:cubicBezTo>
                  <a:cubicBezTo>
                    <a:pt x="43086" y="4964"/>
                    <a:pt x="77499" y="-559"/>
                    <a:pt x="115967" y="43"/>
                  </a:cubicBezTo>
                  <a:close/>
                </a:path>
              </a:pathLst>
            </a:custGeom>
            <a:blipFill>
              <a:blip r:embed="rId3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6EE2616-DDD2-85DF-8CA8-A06968F83A49}"/>
                </a:ext>
              </a:extLst>
            </p:cNvPr>
            <p:cNvSpPr/>
            <p:nvPr/>
          </p:nvSpPr>
          <p:spPr>
            <a:xfrm rot="20042176">
              <a:off x="6944229" y="3944919"/>
              <a:ext cx="2295116" cy="609299"/>
            </a:xfrm>
            <a:custGeom>
              <a:avLst/>
              <a:gdLst>
                <a:gd name="csX0" fmla="*/ 673260 w 2295116"/>
                <a:gd name="csY0" fmla="*/ 1909 h 609299"/>
                <a:gd name="csX1" fmla="*/ 662855 w 2295116"/>
                <a:gd name="csY1" fmla="*/ 578824 h 609299"/>
                <a:gd name="csX2" fmla="*/ 605215 w 2295116"/>
                <a:gd name="csY2" fmla="*/ 587976 h 609299"/>
                <a:gd name="csX3" fmla="*/ 517976 w 2295116"/>
                <a:gd name="csY3" fmla="*/ 598872 h 609299"/>
                <a:gd name="csX4" fmla="*/ 473352 w 2295116"/>
                <a:gd name="csY4" fmla="*/ 598636 h 609299"/>
                <a:gd name="csX5" fmla="*/ 456362 w 2295116"/>
                <a:gd name="csY5" fmla="*/ 603076 h 609299"/>
                <a:gd name="csX6" fmla="*/ 13281 w 2295116"/>
                <a:gd name="csY6" fmla="*/ 587976 h 609299"/>
                <a:gd name="csX7" fmla="*/ 13281 w 2295116"/>
                <a:gd name="csY7" fmla="*/ 22685 h 609299"/>
                <a:gd name="csX8" fmla="*/ 154664 w 2295116"/>
                <a:gd name="csY8" fmla="*/ 10 h 609299"/>
                <a:gd name="csX9" fmla="*/ 480394 w 2295116"/>
                <a:gd name="csY9" fmla="*/ 28571 h 609299"/>
                <a:gd name="csX10" fmla="*/ 506538 w 2295116"/>
                <a:gd name="csY10" fmla="*/ 29224 h 609299"/>
                <a:gd name="csX11" fmla="*/ 536915 w 2295116"/>
                <a:gd name="csY11" fmla="*/ 22685 h 609299"/>
                <a:gd name="csX12" fmla="*/ 658900 w 2295116"/>
                <a:gd name="csY12" fmla="*/ 1448 h 609299"/>
                <a:gd name="csX13" fmla="*/ 1548825 w 2295116"/>
                <a:gd name="csY13" fmla="*/ 24883 h 609299"/>
                <a:gd name="csX14" fmla="*/ 1571869 w 2295116"/>
                <a:gd name="csY14" fmla="*/ 594294 h 609299"/>
                <a:gd name="csX15" fmla="*/ 1550831 w 2295116"/>
                <a:gd name="csY15" fmla="*/ 594970 h 609299"/>
                <a:gd name="csX16" fmla="*/ 1197149 w 2295116"/>
                <a:gd name="csY16" fmla="*/ 587976 h 609299"/>
                <a:gd name="csX17" fmla="*/ 1093113 w 2295116"/>
                <a:gd name="csY17" fmla="*/ 584166 h 609299"/>
                <a:gd name="csX18" fmla="*/ 1060549 w 2295116"/>
                <a:gd name="csY18" fmla="*/ 587976 h 609299"/>
                <a:gd name="csX19" fmla="*/ 794167 w 2295116"/>
                <a:gd name="csY19" fmla="*/ 593375 h 609299"/>
                <a:gd name="csX20" fmla="*/ 774628 w 2295116"/>
                <a:gd name="csY20" fmla="*/ 590661 h 609299"/>
                <a:gd name="csX21" fmla="*/ 785176 w 2295116"/>
                <a:gd name="csY21" fmla="*/ 5746 h 609299"/>
                <a:gd name="csX22" fmla="*/ 851900 w 2295116"/>
                <a:gd name="csY22" fmla="*/ 12435 h 609299"/>
                <a:gd name="csX23" fmla="*/ 865091 w 2295116"/>
                <a:gd name="csY23" fmla="*/ 12791 h 609299"/>
                <a:gd name="csX24" fmla="*/ 1027585 w 2295116"/>
                <a:gd name="csY24" fmla="*/ 21638 h 609299"/>
                <a:gd name="csX25" fmla="*/ 1127585 w 2295116"/>
                <a:gd name="csY25" fmla="*/ 22256 h 609299"/>
                <a:gd name="csX26" fmla="*/ 1178273 w 2295116"/>
                <a:gd name="csY26" fmla="*/ 22013 h 609299"/>
                <a:gd name="csX27" fmla="*/ 1279941 w 2295116"/>
                <a:gd name="csY27" fmla="*/ 24508 h 609299"/>
                <a:gd name="csX28" fmla="*/ 1340570 w 2295116"/>
                <a:gd name="csY28" fmla="*/ 25843 h 609299"/>
                <a:gd name="csX29" fmla="*/ 1340677 w 2295116"/>
                <a:gd name="csY29" fmla="*/ 25855 h 609299"/>
                <a:gd name="csX30" fmla="*/ 1471994 w 2295116"/>
                <a:gd name="csY30" fmla="*/ 27789 h 609299"/>
                <a:gd name="csX31" fmla="*/ 2289951 w 2295116"/>
                <a:gd name="csY31" fmla="*/ 22685 h 609299"/>
                <a:gd name="csX32" fmla="*/ 2289951 w 2295116"/>
                <a:gd name="csY32" fmla="*/ 587976 h 609299"/>
                <a:gd name="csX33" fmla="*/ 1857257 w 2295116"/>
                <a:gd name="csY33" fmla="*/ 587946 h 609299"/>
                <a:gd name="csX34" fmla="*/ 1783043 w 2295116"/>
                <a:gd name="csY34" fmla="*/ 585140 h 609299"/>
                <a:gd name="csX35" fmla="*/ 1779808 w 2295116"/>
                <a:gd name="csY35" fmla="*/ 585225 h 609299"/>
                <a:gd name="csX36" fmla="*/ 1698017 w 2295116"/>
                <a:gd name="csY36" fmla="*/ 587976 h 609299"/>
                <a:gd name="csX37" fmla="*/ 1683707 w 2295116"/>
                <a:gd name="csY37" fmla="*/ 588834 h 609299"/>
                <a:gd name="csX38" fmla="*/ 1660736 w 2295116"/>
                <a:gd name="csY38" fmla="*/ 21209 h 609299"/>
                <a:gd name="csX39" fmla="*/ 1714464 w 2295116"/>
                <a:gd name="csY39" fmla="*/ 19735 h 609299"/>
                <a:gd name="csX40" fmla="*/ 1775591 w 2295116"/>
                <a:gd name="csY40" fmla="*/ 8769 h 609299"/>
                <a:gd name="csX41" fmla="*/ 2130761 w 2295116"/>
                <a:gd name="csY41" fmla="*/ 22612 h 609299"/>
                <a:gd name="csX42" fmla="*/ 2190077 w 2295116"/>
                <a:gd name="csY42" fmla="*/ 24783 h 609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</a:cxnLst>
              <a:rect l="l" t="t" r="r" b="b"/>
              <a:pathLst>
                <a:path w="2295116" h="609299">
                  <a:moveTo>
                    <a:pt x="673260" y="1909"/>
                  </a:moveTo>
                  <a:lnTo>
                    <a:pt x="662855" y="578824"/>
                  </a:lnTo>
                  <a:lnTo>
                    <a:pt x="605215" y="587976"/>
                  </a:lnTo>
                  <a:cubicBezTo>
                    <a:pt x="574669" y="593950"/>
                    <a:pt x="545694" y="597355"/>
                    <a:pt x="517976" y="598872"/>
                  </a:cubicBezTo>
                  <a:lnTo>
                    <a:pt x="473352" y="598636"/>
                  </a:lnTo>
                  <a:lnTo>
                    <a:pt x="456362" y="603076"/>
                  </a:lnTo>
                  <a:cubicBezTo>
                    <a:pt x="314514" y="626607"/>
                    <a:pt x="128979" y="574884"/>
                    <a:pt x="13281" y="587976"/>
                  </a:cubicBezTo>
                  <a:cubicBezTo>
                    <a:pt x="-30505" y="366199"/>
                    <a:pt x="51265" y="169092"/>
                    <a:pt x="13281" y="22685"/>
                  </a:cubicBezTo>
                  <a:cubicBezTo>
                    <a:pt x="53061" y="6260"/>
                    <a:pt x="101842" y="288"/>
                    <a:pt x="154664" y="10"/>
                  </a:cubicBezTo>
                  <a:cubicBezTo>
                    <a:pt x="260307" y="-548"/>
                    <a:pt x="382111" y="21667"/>
                    <a:pt x="480394" y="28571"/>
                  </a:cubicBezTo>
                  <a:lnTo>
                    <a:pt x="506538" y="29224"/>
                  </a:lnTo>
                  <a:lnTo>
                    <a:pt x="536915" y="22685"/>
                  </a:lnTo>
                  <a:cubicBezTo>
                    <a:pt x="577693" y="9573"/>
                    <a:pt x="618236" y="3412"/>
                    <a:pt x="658900" y="1448"/>
                  </a:cubicBezTo>
                  <a:close/>
                  <a:moveTo>
                    <a:pt x="1548825" y="24883"/>
                  </a:moveTo>
                  <a:lnTo>
                    <a:pt x="1571869" y="594294"/>
                  </a:lnTo>
                  <a:lnTo>
                    <a:pt x="1550831" y="594970"/>
                  </a:lnTo>
                  <a:cubicBezTo>
                    <a:pt x="1431512" y="596892"/>
                    <a:pt x="1375248" y="586334"/>
                    <a:pt x="1197149" y="587976"/>
                  </a:cubicBezTo>
                  <a:lnTo>
                    <a:pt x="1093113" y="584166"/>
                  </a:lnTo>
                  <a:lnTo>
                    <a:pt x="1060549" y="587976"/>
                  </a:lnTo>
                  <a:cubicBezTo>
                    <a:pt x="948095" y="604898"/>
                    <a:pt x="863563" y="601431"/>
                    <a:pt x="794167" y="593375"/>
                  </a:cubicBezTo>
                  <a:lnTo>
                    <a:pt x="774628" y="590661"/>
                  </a:lnTo>
                  <a:lnTo>
                    <a:pt x="785176" y="5746"/>
                  </a:lnTo>
                  <a:lnTo>
                    <a:pt x="851900" y="12435"/>
                  </a:lnTo>
                  <a:lnTo>
                    <a:pt x="865091" y="12791"/>
                  </a:lnTo>
                  <a:cubicBezTo>
                    <a:pt x="916858" y="15624"/>
                    <a:pt x="971632" y="19281"/>
                    <a:pt x="1027585" y="21638"/>
                  </a:cubicBezTo>
                  <a:lnTo>
                    <a:pt x="1127585" y="22256"/>
                  </a:lnTo>
                  <a:lnTo>
                    <a:pt x="1178273" y="22013"/>
                  </a:lnTo>
                  <a:lnTo>
                    <a:pt x="1279941" y="24508"/>
                  </a:lnTo>
                  <a:lnTo>
                    <a:pt x="1340570" y="25843"/>
                  </a:lnTo>
                  <a:lnTo>
                    <a:pt x="1340677" y="25855"/>
                  </a:lnTo>
                  <a:lnTo>
                    <a:pt x="1471994" y="27789"/>
                  </a:lnTo>
                  <a:close/>
                  <a:moveTo>
                    <a:pt x="2289951" y="22685"/>
                  </a:moveTo>
                  <a:cubicBezTo>
                    <a:pt x="2307566" y="184639"/>
                    <a:pt x="2273083" y="389290"/>
                    <a:pt x="2289951" y="587976"/>
                  </a:cubicBezTo>
                  <a:cubicBezTo>
                    <a:pt x="2100255" y="626759"/>
                    <a:pt x="1998564" y="597632"/>
                    <a:pt x="1857257" y="587946"/>
                  </a:cubicBezTo>
                  <a:lnTo>
                    <a:pt x="1783043" y="585140"/>
                  </a:lnTo>
                  <a:lnTo>
                    <a:pt x="1779808" y="585225"/>
                  </a:lnTo>
                  <a:lnTo>
                    <a:pt x="1698017" y="587976"/>
                  </a:lnTo>
                  <a:lnTo>
                    <a:pt x="1683707" y="588834"/>
                  </a:lnTo>
                  <a:lnTo>
                    <a:pt x="1660736" y="21209"/>
                  </a:lnTo>
                  <a:lnTo>
                    <a:pt x="1714464" y="19735"/>
                  </a:lnTo>
                  <a:lnTo>
                    <a:pt x="1775591" y="8769"/>
                  </a:lnTo>
                  <a:cubicBezTo>
                    <a:pt x="1900656" y="-6487"/>
                    <a:pt x="2006999" y="14644"/>
                    <a:pt x="2130761" y="22612"/>
                  </a:cubicBezTo>
                  <a:lnTo>
                    <a:pt x="2190077" y="24783"/>
                  </a:lnTo>
                  <a:close/>
                </a:path>
              </a:pathLst>
            </a:custGeom>
            <a:blipFill>
              <a:blip r:embed="rId3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CF62031-1D7D-D40C-C0B0-84A356B1CDDF}"/>
                </a:ext>
              </a:extLst>
            </p:cNvPr>
            <p:cNvCxnSpPr>
              <a:endCxn id="14" idx="31"/>
            </p:cNvCxnSpPr>
            <p:nvPr/>
          </p:nvCxnSpPr>
          <p:spPr>
            <a:xfrm flipV="1">
              <a:off x="6332034" y="3495920"/>
              <a:ext cx="2663401" cy="77704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66AE278-3A02-B596-05A1-071F034E2659}"/>
                </a:ext>
              </a:extLst>
            </p:cNvPr>
            <p:cNvCxnSpPr>
              <a:cxnSpLocks/>
              <a:endCxn id="14" idx="6"/>
            </p:cNvCxnSpPr>
            <p:nvPr/>
          </p:nvCxnSpPr>
          <p:spPr>
            <a:xfrm>
              <a:off x="4263273" y="4640376"/>
              <a:ext cx="2932759" cy="36051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2409D6E-E8FE-0B55-4809-31EE9576034B}"/>
                </a:ext>
              </a:extLst>
            </p:cNvPr>
            <p:cNvCxnSpPr>
              <a:cxnSpLocks/>
              <a:endCxn id="9" idx="31"/>
            </p:cNvCxnSpPr>
            <p:nvPr/>
          </p:nvCxnSpPr>
          <p:spPr>
            <a:xfrm flipV="1">
              <a:off x="4851918" y="2429418"/>
              <a:ext cx="2678754" cy="382833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61175DE-6014-606E-B2BA-16CACCE2389C}"/>
                </a:ext>
              </a:extLst>
            </p:cNvPr>
            <p:cNvCxnSpPr>
              <a:cxnSpLocks/>
              <a:endCxn id="9" idx="24"/>
            </p:cNvCxnSpPr>
            <p:nvPr/>
          </p:nvCxnSpPr>
          <p:spPr>
            <a:xfrm>
              <a:off x="4767942" y="2992507"/>
              <a:ext cx="2762730" cy="211277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DE52148-FF35-A222-D877-EB24A93B00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91787" y="3284376"/>
              <a:ext cx="371078" cy="135600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CC613FA-34A4-7C1D-BCF1-8E05F1CB2C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58522" y="4707546"/>
              <a:ext cx="361747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42D3E1A-55A3-A28E-C61A-B2F9919BDA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2934" y="4334321"/>
              <a:ext cx="0" cy="228348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A6F6EDB-48FF-E3B0-1F1E-315787899C6C}"/>
                </a:ext>
              </a:extLst>
            </p:cNvPr>
            <p:cNvSpPr txBox="1"/>
            <p:nvPr/>
          </p:nvSpPr>
          <p:spPr>
            <a:xfrm>
              <a:off x="8161728" y="4619754"/>
              <a:ext cx="825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Cracks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6858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7A9CE8B7-D87C-B885-0666-A5F502FF45AD}"/>
              </a:ext>
            </a:extLst>
          </p:cNvPr>
          <p:cNvGrpSpPr/>
          <p:nvPr/>
        </p:nvGrpSpPr>
        <p:grpSpPr>
          <a:xfrm>
            <a:off x="1150943" y="1429964"/>
            <a:ext cx="6251547" cy="4500740"/>
            <a:chOff x="1150943" y="1429964"/>
            <a:chExt cx="6251547" cy="450074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6895184-9E20-096E-5D97-C2B627A84B73}"/>
                </a:ext>
              </a:extLst>
            </p:cNvPr>
            <p:cNvSpPr/>
            <p:nvPr/>
          </p:nvSpPr>
          <p:spPr>
            <a:xfrm>
              <a:off x="1474238" y="1772816"/>
              <a:ext cx="914400" cy="16561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AFEAFC6-EBE2-6370-92A6-161B6B8E7B24}"/>
                </a:ext>
              </a:extLst>
            </p:cNvPr>
            <p:cNvSpPr/>
            <p:nvPr/>
          </p:nvSpPr>
          <p:spPr>
            <a:xfrm>
              <a:off x="2491275" y="1772816"/>
              <a:ext cx="914400" cy="16561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DB7794F-1097-8006-2111-C7C0938801D2}"/>
                </a:ext>
              </a:extLst>
            </p:cNvPr>
            <p:cNvSpPr/>
            <p:nvPr/>
          </p:nvSpPr>
          <p:spPr>
            <a:xfrm>
              <a:off x="4164563" y="1772816"/>
              <a:ext cx="914400" cy="16561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D79452-E791-C6BA-0779-28C611EF45AF}"/>
                </a:ext>
              </a:extLst>
            </p:cNvPr>
            <p:cNvSpPr/>
            <p:nvPr/>
          </p:nvSpPr>
          <p:spPr>
            <a:xfrm>
              <a:off x="5181600" y="1772816"/>
              <a:ext cx="914400" cy="16561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74FD40A-F72F-7433-E62A-62FBF05DF861}"/>
                </a:ext>
              </a:extLst>
            </p:cNvPr>
            <p:cNvSpPr/>
            <p:nvPr/>
          </p:nvSpPr>
          <p:spPr>
            <a:xfrm>
              <a:off x="6198637" y="1772815"/>
              <a:ext cx="914400" cy="16561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5F7C4DF-8954-E648-D195-18242D531207}"/>
                </a:ext>
              </a:extLst>
            </p:cNvPr>
            <p:cNvSpPr/>
            <p:nvPr/>
          </p:nvSpPr>
          <p:spPr>
            <a:xfrm>
              <a:off x="1474238" y="3963924"/>
              <a:ext cx="914400" cy="1656184"/>
            </a:xfrm>
            <a:custGeom>
              <a:avLst/>
              <a:gdLst>
                <a:gd name="csX0" fmla="*/ 0 w 914400"/>
                <a:gd name="csY0" fmla="*/ 0 h 1656184"/>
                <a:gd name="csX1" fmla="*/ 466344 w 914400"/>
                <a:gd name="csY1" fmla="*/ 0 h 1656184"/>
                <a:gd name="csX2" fmla="*/ 914400 w 914400"/>
                <a:gd name="csY2" fmla="*/ 0 h 1656184"/>
                <a:gd name="csX3" fmla="*/ 914400 w 914400"/>
                <a:gd name="csY3" fmla="*/ 502376 h 1656184"/>
                <a:gd name="csX4" fmla="*/ 914400 w 914400"/>
                <a:gd name="csY4" fmla="*/ 1021313 h 1656184"/>
                <a:gd name="csX5" fmla="*/ 914400 w 914400"/>
                <a:gd name="csY5" fmla="*/ 1656184 h 1656184"/>
                <a:gd name="csX6" fmla="*/ 466344 w 914400"/>
                <a:gd name="csY6" fmla="*/ 1656184 h 1656184"/>
                <a:gd name="csX7" fmla="*/ 0 w 914400"/>
                <a:gd name="csY7" fmla="*/ 1656184 h 1656184"/>
                <a:gd name="csX8" fmla="*/ 0 w 914400"/>
                <a:gd name="csY8" fmla="*/ 1087561 h 1656184"/>
                <a:gd name="csX9" fmla="*/ 0 w 914400"/>
                <a:gd name="csY9" fmla="*/ 568623 h 1656184"/>
                <a:gd name="csX10" fmla="*/ 0 w 914400"/>
                <a:gd name="csY10" fmla="*/ 0 h 16561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14400" h="1656184" fill="none" extrusionOk="0">
                  <a:moveTo>
                    <a:pt x="0" y="0"/>
                  </a:moveTo>
                  <a:cubicBezTo>
                    <a:pt x="124026" y="-35129"/>
                    <a:pt x="352019" y="34195"/>
                    <a:pt x="466344" y="0"/>
                  </a:cubicBezTo>
                  <a:cubicBezTo>
                    <a:pt x="580669" y="-34195"/>
                    <a:pt x="712288" y="36662"/>
                    <a:pt x="914400" y="0"/>
                  </a:cubicBezTo>
                  <a:cubicBezTo>
                    <a:pt x="950006" y="152148"/>
                    <a:pt x="890020" y="396554"/>
                    <a:pt x="914400" y="502376"/>
                  </a:cubicBezTo>
                  <a:cubicBezTo>
                    <a:pt x="938780" y="608198"/>
                    <a:pt x="859453" y="893089"/>
                    <a:pt x="914400" y="1021313"/>
                  </a:cubicBezTo>
                  <a:cubicBezTo>
                    <a:pt x="969347" y="1149537"/>
                    <a:pt x="887520" y="1467418"/>
                    <a:pt x="914400" y="1656184"/>
                  </a:cubicBezTo>
                  <a:cubicBezTo>
                    <a:pt x="801464" y="1708412"/>
                    <a:pt x="566641" y="1606716"/>
                    <a:pt x="466344" y="1656184"/>
                  </a:cubicBezTo>
                  <a:cubicBezTo>
                    <a:pt x="366047" y="1705652"/>
                    <a:pt x="116089" y="1645312"/>
                    <a:pt x="0" y="1656184"/>
                  </a:cubicBezTo>
                  <a:cubicBezTo>
                    <a:pt x="-10757" y="1380432"/>
                    <a:pt x="34459" y="1325041"/>
                    <a:pt x="0" y="1087561"/>
                  </a:cubicBezTo>
                  <a:cubicBezTo>
                    <a:pt x="-34459" y="850081"/>
                    <a:pt x="61233" y="767757"/>
                    <a:pt x="0" y="568623"/>
                  </a:cubicBezTo>
                  <a:cubicBezTo>
                    <a:pt x="-61233" y="369489"/>
                    <a:pt x="23652" y="179070"/>
                    <a:pt x="0" y="0"/>
                  </a:cubicBezTo>
                  <a:close/>
                </a:path>
                <a:path w="914400" h="1656184" stroke="0" extrusionOk="0">
                  <a:moveTo>
                    <a:pt x="0" y="0"/>
                  </a:moveTo>
                  <a:cubicBezTo>
                    <a:pt x="131097" y="-46518"/>
                    <a:pt x="255919" y="39582"/>
                    <a:pt x="475488" y="0"/>
                  </a:cubicBezTo>
                  <a:cubicBezTo>
                    <a:pt x="695057" y="-39582"/>
                    <a:pt x="711043" y="19350"/>
                    <a:pt x="914400" y="0"/>
                  </a:cubicBezTo>
                  <a:cubicBezTo>
                    <a:pt x="931058" y="219849"/>
                    <a:pt x="877061" y="356086"/>
                    <a:pt x="914400" y="568623"/>
                  </a:cubicBezTo>
                  <a:cubicBezTo>
                    <a:pt x="951739" y="781160"/>
                    <a:pt x="876145" y="851323"/>
                    <a:pt x="914400" y="1104123"/>
                  </a:cubicBezTo>
                  <a:cubicBezTo>
                    <a:pt x="952655" y="1356923"/>
                    <a:pt x="872878" y="1389563"/>
                    <a:pt x="914400" y="1656184"/>
                  </a:cubicBezTo>
                  <a:cubicBezTo>
                    <a:pt x="684151" y="1657619"/>
                    <a:pt x="638742" y="1599669"/>
                    <a:pt x="438912" y="1656184"/>
                  </a:cubicBezTo>
                  <a:cubicBezTo>
                    <a:pt x="239082" y="1712699"/>
                    <a:pt x="192553" y="1637593"/>
                    <a:pt x="0" y="1656184"/>
                  </a:cubicBezTo>
                  <a:cubicBezTo>
                    <a:pt x="-26466" y="1419425"/>
                    <a:pt x="16990" y="1346596"/>
                    <a:pt x="0" y="1137246"/>
                  </a:cubicBezTo>
                  <a:cubicBezTo>
                    <a:pt x="-16990" y="927896"/>
                    <a:pt x="15363" y="835584"/>
                    <a:pt x="0" y="552061"/>
                  </a:cubicBezTo>
                  <a:cubicBezTo>
                    <a:pt x="-15363" y="268538"/>
                    <a:pt x="58582" y="136241"/>
                    <a:pt x="0" y="0"/>
                  </a:cubicBezTo>
                  <a:close/>
                </a:path>
              </a:pathLst>
            </a:custGeom>
            <a:blipFill>
              <a:blip r:embed="rId2"/>
              <a:tile tx="0" ty="0" sx="100000" sy="100000" flip="none" algn="tl"/>
            </a:blipFill>
            <a:ln>
              <a:extLst>
                <a:ext uri="{C807C97D-BFC1-408E-A445-0C87EB9F89A2}">
                  <ask:lineSketchStyleProps xmlns:ask="http://schemas.microsoft.com/office/drawing/2018/sketchyshapes" sd="2198139957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591A3F6-BB4D-18C0-D24B-A290B7516231}"/>
                </a:ext>
              </a:extLst>
            </p:cNvPr>
            <p:cNvSpPr/>
            <p:nvPr/>
          </p:nvSpPr>
          <p:spPr>
            <a:xfrm>
              <a:off x="2491275" y="3963924"/>
              <a:ext cx="914400" cy="1656184"/>
            </a:xfrm>
            <a:custGeom>
              <a:avLst/>
              <a:gdLst>
                <a:gd name="csX0" fmla="*/ 0 w 914400"/>
                <a:gd name="csY0" fmla="*/ 0 h 1656184"/>
                <a:gd name="csX1" fmla="*/ 429768 w 914400"/>
                <a:gd name="csY1" fmla="*/ 0 h 1656184"/>
                <a:gd name="csX2" fmla="*/ 914400 w 914400"/>
                <a:gd name="csY2" fmla="*/ 0 h 1656184"/>
                <a:gd name="csX3" fmla="*/ 914400 w 914400"/>
                <a:gd name="csY3" fmla="*/ 502376 h 1656184"/>
                <a:gd name="csX4" fmla="*/ 914400 w 914400"/>
                <a:gd name="csY4" fmla="*/ 1021313 h 1656184"/>
                <a:gd name="csX5" fmla="*/ 914400 w 914400"/>
                <a:gd name="csY5" fmla="*/ 1656184 h 1656184"/>
                <a:gd name="csX6" fmla="*/ 448056 w 914400"/>
                <a:gd name="csY6" fmla="*/ 1656184 h 1656184"/>
                <a:gd name="csX7" fmla="*/ 0 w 914400"/>
                <a:gd name="csY7" fmla="*/ 1656184 h 1656184"/>
                <a:gd name="csX8" fmla="*/ 0 w 914400"/>
                <a:gd name="csY8" fmla="*/ 1070999 h 1656184"/>
                <a:gd name="csX9" fmla="*/ 0 w 914400"/>
                <a:gd name="csY9" fmla="*/ 568623 h 1656184"/>
                <a:gd name="csX10" fmla="*/ 0 w 914400"/>
                <a:gd name="csY10" fmla="*/ 0 h 16561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14400" h="1656184" fill="none" extrusionOk="0">
                  <a:moveTo>
                    <a:pt x="0" y="0"/>
                  </a:moveTo>
                  <a:cubicBezTo>
                    <a:pt x="178067" y="-25821"/>
                    <a:pt x="298729" y="3393"/>
                    <a:pt x="429768" y="0"/>
                  </a:cubicBezTo>
                  <a:cubicBezTo>
                    <a:pt x="560807" y="-3393"/>
                    <a:pt x="682025" y="34061"/>
                    <a:pt x="914400" y="0"/>
                  </a:cubicBezTo>
                  <a:cubicBezTo>
                    <a:pt x="924927" y="208187"/>
                    <a:pt x="909485" y="299847"/>
                    <a:pt x="914400" y="502376"/>
                  </a:cubicBezTo>
                  <a:cubicBezTo>
                    <a:pt x="919315" y="704905"/>
                    <a:pt x="868892" y="787950"/>
                    <a:pt x="914400" y="1021313"/>
                  </a:cubicBezTo>
                  <a:cubicBezTo>
                    <a:pt x="959908" y="1254676"/>
                    <a:pt x="867241" y="1416105"/>
                    <a:pt x="914400" y="1656184"/>
                  </a:cubicBezTo>
                  <a:cubicBezTo>
                    <a:pt x="739845" y="1671709"/>
                    <a:pt x="596361" y="1619770"/>
                    <a:pt x="448056" y="1656184"/>
                  </a:cubicBezTo>
                  <a:cubicBezTo>
                    <a:pt x="299751" y="1692598"/>
                    <a:pt x="191234" y="1650402"/>
                    <a:pt x="0" y="1656184"/>
                  </a:cubicBezTo>
                  <a:cubicBezTo>
                    <a:pt x="-18577" y="1400652"/>
                    <a:pt x="43023" y="1349039"/>
                    <a:pt x="0" y="1070999"/>
                  </a:cubicBezTo>
                  <a:cubicBezTo>
                    <a:pt x="-43023" y="792959"/>
                    <a:pt x="27650" y="791546"/>
                    <a:pt x="0" y="568623"/>
                  </a:cubicBezTo>
                  <a:cubicBezTo>
                    <a:pt x="-27650" y="345700"/>
                    <a:pt x="49650" y="137176"/>
                    <a:pt x="0" y="0"/>
                  </a:cubicBezTo>
                  <a:close/>
                </a:path>
                <a:path w="914400" h="1656184" stroke="0" extrusionOk="0">
                  <a:moveTo>
                    <a:pt x="0" y="0"/>
                  </a:moveTo>
                  <a:cubicBezTo>
                    <a:pt x="201696" y="-45363"/>
                    <a:pt x="340396" y="32496"/>
                    <a:pt x="448056" y="0"/>
                  </a:cubicBezTo>
                  <a:cubicBezTo>
                    <a:pt x="555716" y="-32496"/>
                    <a:pt x="716164" y="9248"/>
                    <a:pt x="914400" y="0"/>
                  </a:cubicBezTo>
                  <a:cubicBezTo>
                    <a:pt x="955600" y="142227"/>
                    <a:pt x="872509" y="386167"/>
                    <a:pt x="914400" y="518938"/>
                  </a:cubicBezTo>
                  <a:cubicBezTo>
                    <a:pt x="956291" y="651709"/>
                    <a:pt x="902284" y="977039"/>
                    <a:pt x="914400" y="1104123"/>
                  </a:cubicBezTo>
                  <a:cubicBezTo>
                    <a:pt x="926516" y="1231208"/>
                    <a:pt x="892496" y="1381568"/>
                    <a:pt x="914400" y="1656184"/>
                  </a:cubicBezTo>
                  <a:cubicBezTo>
                    <a:pt x="733253" y="1687554"/>
                    <a:pt x="542615" y="1646635"/>
                    <a:pt x="438912" y="1656184"/>
                  </a:cubicBezTo>
                  <a:cubicBezTo>
                    <a:pt x="335209" y="1665733"/>
                    <a:pt x="124319" y="1634157"/>
                    <a:pt x="0" y="1656184"/>
                  </a:cubicBezTo>
                  <a:cubicBezTo>
                    <a:pt x="-56201" y="1478100"/>
                    <a:pt x="51116" y="1295917"/>
                    <a:pt x="0" y="1087561"/>
                  </a:cubicBezTo>
                  <a:cubicBezTo>
                    <a:pt x="-51116" y="879205"/>
                    <a:pt x="35358" y="659000"/>
                    <a:pt x="0" y="518938"/>
                  </a:cubicBezTo>
                  <a:cubicBezTo>
                    <a:pt x="-35358" y="378876"/>
                    <a:pt x="6106" y="169079"/>
                    <a:pt x="0" y="0"/>
                  </a:cubicBezTo>
                  <a:close/>
                </a:path>
              </a:pathLst>
            </a:custGeom>
            <a:blipFill>
              <a:blip r:embed="rId2"/>
              <a:tile tx="0" ty="0" sx="100000" sy="100000" flip="none" algn="tl"/>
            </a:blipFill>
            <a:ln>
              <a:extLst>
                <a:ext uri="{C807C97D-BFC1-408E-A445-0C87EB9F89A2}">
                  <ask:lineSketchStyleProps xmlns:ask="http://schemas.microsoft.com/office/drawing/2018/sketchyshapes" sd="2999892798">
                    <a:prstGeom prst="rect">
                      <a:avLst/>
                    </a:prstGeom>
                    <ask:type>
                      <ask:lineSketchScribbl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4E80E9E-0C2E-9D34-BF89-5C3EC54505B8}"/>
                </a:ext>
              </a:extLst>
            </p:cNvPr>
            <p:cNvSpPr/>
            <p:nvPr/>
          </p:nvSpPr>
          <p:spPr>
            <a:xfrm>
              <a:off x="1428519" y="1772815"/>
              <a:ext cx="45719" cy="165618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4A9728A-E8EF-6514-9AA0-C351B53F8BCD}"/>
                </a:ext>
              </a:extLst>
            </p:cNvPr>
            <p:cNvSpPr/>
            <p:nvPr/>
          </p:nvSpPr>
          <p:spPr>
            <a:xfrm>
              <a:off x="4118844" y="1772815"/>
              <a:ext cx="45719" cy="165618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CE199F-BB27-98ED-07FB-52EC76849E89}"/>
                </a:ext>
              </a:extLst>
            </p:cNvPr>
            <p:cNvSpPr/>
            <p:nvPr/>
          </p:nvSpPr>
          <p:spPr>
            <a:xfrm>
              <a:off x="1451378" y="3963924"/>
              <a:ext cx="45719" cy="165618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4444CA9-92BA-A4A0-61D7-43DE3EAC0E34}"/>
                </a:ext>
              </a:extLst>
            </p:cNvPr>
            <p:cNvSpPr/>
            <p:nvPr/>
          </p:nvSpPr>
          <p:spPr>
            <a:xfrm>
              <a:off x="3393582" y="1772815"/>
              <a:ext cx="45719" cy="165618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C2F5205-782D-FD79-F5C0-6B25E13559EF}"/>
                </a:ext>
              </a:extLst>
            </p:cNvPr>
            <p:cNvSpPr/>
            <p:nvPr/>
          </p:nvSpPr>
          <p:spPr>
            <a:xfrm>
              <a:off x="3382815" y="3963924"/>
              <a:ext cx="45719" cy="165618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5332C45-35B9-B360-7FB9-5672C5B6C5FB}"/>
                </a:ext>
              </a:extLst>
            </p:cNvPr>
            <p:cNvSpPr/>
            <p:nvPr/>
          </p:nvSpPr>
          <p:spPr>
            <a:xfrm>
              <a:off x="7113037" y="1772815"/>
              <a:ext cx="45719" cy="165618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E69A184-A9EE-D2B4-404F-F39843F73092}"/>
                    </a:ext>
                  </a:extLst>
                </p:cNvPr>
                <p:cNvSpPr txBox="1"/>
                <p:nvPr/>
              </p:nvSpPr>
              <p:spPr>
                <a:xfrm>
                  <a:off x="1150943" y="2396539"/>
                  <a:ext cx="2775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E69A184-A9EE-D2B4-404F-F39843F730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0943" y="2396539"/>
                  <a:ext cx="27757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2222" r="-8889" b="-1521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0E2ECE1-1056-BE80-01B4-2D146961AD61}"/>
                    </a:ext>
                  </a:extLst>
                </p:cNvPr>
                <p:cNvSpPr txBox="1"/>
                <p:nvPr/>
              </p:nvSpPr>
              <p:spPr>
                <a:xfrm>
                  <a:off x="1173802" y="4627984"/>
                  <a:ext cx="2775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0E2ECE1-1056-BE80-01B4-2D146961AD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3802" y="4627984"/>
                  <a:ext cx="27757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2222" r="-8889" b="-1521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2F08323-CA77-8B5C-E487-2273F7D8CE23}"/>
                    </a:ext>
                  </a:extLst>
                </p:cNvPr>
                <p:cNvSpPr txBox="1"/>
                <p:nvPr/>
              </p:nvSpPr>
              <p:spPr>
                <a:xfrm>
                  <a:off x="3853361" y="2396539"/>
                  <a:ext cx="2775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2F08323-CA77-8B5C-E487-2273F7D8CE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3361" y="2396539"/>
                  <a:ext cx="277576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19565" r="-8696" b="-1521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D1A6508-1576-837B-A0F9-92F908B06F85}"/>
                    </a:ext>
                  </a:extLst>
                </p:cNvPr>
                <p:cNvSpPr txBox="1"/>
                <p:nvPr/>
              </p:nvSpPr>
              <p:spPr>
                <a:xfrm>
                  <a:off x="3462593" y="2396539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D1A6508-1576-837B-A0F9-92F908B06F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2593" y="2396539"/>
                  <a:ext cx="252633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1951" r="-4878" b="-869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09BF69A-2B05-D3F7-C51B-B6601A91F036}"/>
                    </a:ext>
                  </a:extLst>
                </p:cNvPr>
                <p:cNvSpPr txBox="1"/>
                <p:nvPr/>
              </p:nvSpPr>
              <p:spPr>
                <a:xfrm>
                  <a:off x="7141823" y="2462407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C09BF69A-2B05-D3F7-C51B-B6601A91F0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823" y="2462407"/>
                  <a:ext cx="25263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4390" r="-4878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6C2B68D-C92D-7AF5-3851-F8BCE6547801}"/>
                    </a:ext>
                  </a:extLst>
                </p:cNvPr>
                <p:cNvSpPr txBox="1"/>
                <p:nvPr/>
              </p:nvSpPr>
              <p:spPr>
                <a:xfrm>
                  <a:off x="1843671" y="2462407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F6C2B68D-C92D-7AF5-3851-F8BCE65478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3671" y="2462407"/>
                  <a:ext cx="252633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1429" r="-2381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5018AC4-5F14-74E1-D35F-342F2BBBBC16}"/>
                    </a:ext>
                  </a:extLst>
                </p:cNvPr>
                <p:cNvSpPr txBox="1"/>
                <p:nvPr/>
              </p:nvSpPr>
              <p:spPr>
                <a:xfrm>
                  <a:off x="2801177" y="2462406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95018AC4-5F14-74E1-D35F-342F2BBBBC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1177" y="2462406"/>
                  <a:ext cx="25263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4390" r="-4878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3BED4EF-2D84-36B8-DBF9-B95619158C86}"/>
                    </a:ext>
                  </a:extLst>
                </p:cNvPr>
                <p:cNvSpPr txBox="1"/>
                <p:nvPr/>
              </p:nvSpPr>
              <p:spPr>
                <a:xfrm>
                  <a:off x="1800927" y="4653516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3BED4EF-2D84-36B8-DBF9-B95619158C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0927" y="4653516"/>
                  <a:ext cx="252633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1429" r="-2381" b="-869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5C7AD0E-E2C2-46C8-64A5-5B3EF4403A6D}"/>
                    </a:ext>
                  </a:extLst>
                </p:cNvPr>
                <p:cNvSpPr txBox="1"/>
                <p:nvPr/>
              </p:nvSpPr>
              <p:spPr>
                <a:xfrm>
                  <a:off x="2810057" y="4670853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5C7AD0E-E2C2-46C8-64A5-5B3EF4403A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0057" y="4670853"/>
                  <a:ext cx="252633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4390" r="-4878" b="-869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4C37B06-C5E3-CE12-58E0-04517E406786}"/>
                    </a:ext>
                  </a:extLst>
                </p:cNvPr>
                <p:cNvSpPr txBox="1"/>
                <p:nvPr/>
              </p:nvSpPr>
              <p:spPr>
                <a:xfrm>
                  <a:off x="3412239" y="4653601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4C37B06-C5E3-CE12-58E0-04517E406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2239" y="4653601"/>
                  <a:ext cx="252633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4390" r="-4878" b="-869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6C73B10-2FF3-F773-0EB9-BDE9E5743D13}"/>
                    </a:ext>
                  </a:extLst>
                </p:cNvPr>
                <p:cNvSpPr txBox="1"/>
                <p:nvPr/>
              </p:nvSpPr>
              <p:spPr>
                <a:xfrm>
                  <a:off x="4558975" y="2535038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6C73B10-2FF3-F773-0EB9-BDE9E5743D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8975" y="2535038"/>
                  <a:ext cx="252633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4390" r="-4878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7042CFC-CB3C-B405-E7FA-5CE7596462CD}"/>
                    </a:ext>
                  </a:extLst>
                </p:cNvPr>
                <p:cNvSpPr txBox="1"/>
                <p:nvPr/>
              </p:nvSpPr>
              <p:spPr>
                <a:xfrm>
                  <a:off x="5506441" y="2535038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7042CFC-CB3C-B405-E7FA-5CE7596462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6441" y="2535038"/>
                  <a:ext cx="252633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21429" r="-2381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2D78A66-C297-A5F7-ED81-AA82EE85F0B0}"/>
                    </a:ext>
                  </a:extLst>
                </p:cNvPr>
                <p:cNvSpPr txBox="1"/>
                <p:nvPr/>
              </p:nvSpPr>
              <p:spPr>
                <a:xfrm>
                  <a:off x="6520602" y="2535037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2D78A66-C297-A5F7-ED81-AA82EE85F0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0602" y="2535037"/>
                  <a:ext cx="252633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4390" r="-4878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7FB8A17-3E33-8688-8082-4A218EF59853}"/>
                    </a:ext>
                  </a:extLst>
                </p:cNvPr>
                <p:cNvSpPr txBox="1"/>
                <p:nvPr/>
              </p:nvSpPr>
              <p:spPr>
                <a:xfrm>
                  <a:off x="2340934" y="1495816"/>
                  <a:ext cx="1868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17FB8A17-3E33-8688-8082-4A218EF5985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0934" y="1495816"/>
                  <a:ext cx="186846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32258" r="-29032" b="-6522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AA8E04C-FBA2-F51A-E2AD-8BE5F0D251CF}"/>
                    </a:ext>
                  </a:extLst>
                </p:cNvPr>
                <p:cNvSpPr txBox="1"/>
                <p:nvPr/>
              </p:nvSpPr>
              <p:spPr>
                <a:xfrm>
                  <a:off x="2300263" y="3657684"/>
                  <a:ext cx="28418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AA8E04C-FBA2-F51A-E2AD-8BE5F0D251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0263" y="3657684"/>
                  <a:ext cx="284180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1277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9200309-D92F-1907-ADF9-D05796710B3B}"/>
                    </a:ext>
                  </a:extLst>
                </p:cNvPr>
                <p:cNvSpPr txBox="1"/>
                <p:nvPr/>
              </p:nvSpPr>
              <p:spPr>
                <a:xfrm>
                  <a:off x="5029272" y="1438592"/>
                  <a:ext cx="1868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9200309-D92F-1907-ADF9-D05796710B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72" y="1438592"/>
                  <a:ext cx="186846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32258" r="-29032" b="-8889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34DBCC5-41C1-4797-89EB-922D2B093AF1}"/>
                    </a:ext>
                  </a:extLst>
                </p:cNvPr>
                <p:cNvSpPr txBox="1"/>
                <p:nvPr/>
              </p:nvSpPr>
              <p:spPr>
                <a:xfrm>
                  <a:off x="6068725" y="1429964"/>
                  <a:ext cx="1868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34DBCC5-41C1-4797-89EB-922D2B093A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8725" y="1429964"/>
                  <a:ext cx="186846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33333" r="-33333" b="-8889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D80E502-445F-E9F1-7641-5108E7CD5407}"/>
                    </a:ext>
                  </a:extLst>
                </p:cNvPr>
                <p:cNvSpPr txBox="1"/>
                <p:nvPr/>
              </p:nvSpPr>
              <p:spPr>
                <a:xfrm>
                  <a:off x="2255988" y="3419463"/>
                  <a:ext cx="3727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D80E502-445F-E9F1-7641-5108E7CD54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988" y="3419463"/>
                  <a:ext cx="372731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2951" t="-2222" r="-22951" b="-3555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8C343FB-D326-79F3-758D-A7782202CAA6}"/>
                    </a:ext>
                  </a:extLst>
                </p:cNvPr>
                <p:cNvSpPr txBox="1"/>
                <p:nvPr/>
              </p:nvSpPr>
              <p:spPr>
                <a:xfrm>
                  <a:off x="5499520" y="3462595"/>
                  <a:ext cx="3727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F8C343FB-D326-79F3-758D-A7782202CA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9520" y="3462595"/>
                  <a:ext cx="372731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22951" t="-2222" r="-22951" b="-3555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73025AE-95BB-6CFB-A95A-00C254D7DA4D}"/>
                    </a:ext>
                  </a:extLst>
                </p:cNvPr>
                <p:cNvSpPr txBox="1"/>
                <p:nvPr/>
              </p:nvSpPr>
              <p:spPr>
                <a:xfrm>
                  <a:off x="2221483" y="5653705"/>
                  <a:ext cx="3519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73025AE-95BB-6CFB-A95A-00C254D7DA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21483" y="5653705"/>
                  <a:ext cx="351955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24138" t="-2174" r="-24138" b="-32609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9D15440-DF95-66E1-026E-DE46FFA07CB5}"/>
                    </a:ext>
                  </a:extLst>
                </p:cNvPr>
                <p:cNvSpPr txBox="1"/>
                <p:nvPr/>
              </p:nvSpPr>
              <p:spPr>
                <a:xfrm>
                  <a:off x="5493045" y="5653705"/>
                  <a:ext cx="37920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79D15440-DF95-66E1-026E-DE46FFA07C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3045" y="5653705"/>
                  <a:ext cx="379206" cy="276999"/>
                </a:xfrm>
                <a:prstGeom prst="rect">
                  <a:avLst/>
                </a:prstGeom>
                <a:blipFill>
                  <a:blip r:embed="rId23"/>
                  <a:stretch>
                    <a:fillRect l="-22581" t="-2174" r="-22581" b="-32609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BDF3B08-D52E-5A42-AB30-2AB8A45CA6DA}"/>
                </a:ext>
              </a:extLst>
            </p:cNvPr>
            <p:cNvSpPr/>
            <p:nvPr/>
          </p:nvSpPr>
          <p:spPr>
            <a:xfrm>
              <a:off x="4150974" y="3944521"/>
              <a:ext cx="2982800" cy="1701840"/>
            </a:xfrm>
            <a:custGeom>
              <a:avLst/>
              <a:gdLst>
                <a:gd name="csX0" fmla="*/ 1449325 w 2982800"/>
                <a:gd name="csY0" fmla="*/ 19404 h 1701840"/>
                <a:gd name="csX1" fmla="*/ 1616082 w 2982800"/>
                <a:gd name="csY1" fmla="*/ 19404 h 1701840"/>
                <a:gd name="csX2" fmla="*/ 1629585 w 2982800"/>
                <a:gd name="csY2" fmla="*/ 33194 h 1701840"/>
                <a:gd name="csX3" fmla="*/ 1538333 w 2982800"/>
                <a:gd name="csY3" fmla="*/ 27978 h 1701840"/>
                <a:gd name="csX4" fmla="*/ 2112280 w 2982800"/>
                <a:gd name="csY4" fmla="*/ 57 h 1701840"/>
                <a:gd name="csX5" fmla="*/ 2962063 w 2982800"/>
                <a:gd name="csY5" fmla="*/ 19403 h 1701840"/>
                <a:gd name="csX6" fmla="*/ 2952690 w 2982800"/>
                <a:gd name="csY6" fmla="*/ 400061 h 1701840"/>
                <a:gd name="csX7" fmla="*/ 2952647 w 2982800"/>
                <a:gd name="csY7" fmla="*/ 419764 h 1701840"/>
                <a:gd name="csX8" fmla="*/ 2962063 w 2982800"/>
                <a:gd name="csY8" fmla="*/ 538341 h 1701840"/>
                <a:gd name="csX9" fmla="*/ 2967112 w 2982800"/>
                <a:gd name="csY9" fmla="*/ 621158 h 1701840"/>
                <a:gd name="csX10" fmla="*/ 2971193 w 2982800"/>
                <a:gd name="csY10" fmla="*/ 661326 h 1701840"/>
                <a:gd name="csX11" fmla="*/ 2970852 w 2982800"/>
                <a:gd name="csY11" fmla="*/ 682502 h 1701840"/>
                <a:gd name="csX12" fmla="*/ 2971504 w 2982800"/>
                <a:gd name="csY12" fmla="*/ 693198 h 1701840"/>
                <a:gd name="csX13" fmla="*/ 2970102 w 2982800"/>
                <a:gd name="csY13" fmla="*/ 729039 h 1701840"/>
                <a:gd name="csX14" fmla="*/ 2970009 w 2982800"/>
                <a:gd name="csY14" fmla="*/ 734813 h 1701840"/>
                <a:gd name="csX15" fmla="*/ 2969813 w 2982800"/>
                <a:gd name="csY15" fmla="*/ 736424 h 1701840"/>
                <a:gd name="csX16" fmla="*/ 2965902 w 2982800"/>
                <a:gd name="csY16" fmla="*/ 836394 h 1701840"/>
                <a:gd name="csX17" fmla="*/ 2962063 w 2982800"/>
                <a:gd name="csY17" fmla="*/ 1106964 h 1701840"/>
                <a:gd name="csX18" fmla="*/ 2965618 w 2982800"/>
                <a:gd name="csY18" fmla="*/ 1176297 h 1701840"/>
                <a:gd name="csX19" fmla="*/ 2979215 w 2982800"/>
                <a:gd name="csY19" fmla="*/ 1251458 h 1701840"/>
                <a:gd name="csX20" fmla="*/ 2954405 w 2982800"/>
                <a:gd name="csY20" fmla="*/ 1476948 h 1701840"/>
                <a:gd name="csX21" fmla="*/ 2949190 w 2982800"/>
                <a:gd name="csY21" fmla="*/ 1513863 h 1701840"/>
                <a:gd name="csX22" fmla="*/ 2948211 w 2982800"/>
                <a:gd name="csY22" fmla="*/ 1558645 h 1701840"/>
                <a:gd name="csX23" fmla="*/ 2950970 w 2982800"/>
                <a:gd name="csY23" fmla="*/ 1609790 h 1701840"/>
                <a:gd name="csX24" fmla="*/ 2962063 w 2982800"/>
                <a:gd name="csY24" fmla="*/ 1675587 h 1701840"/>
                <a:gd name="csX25" fmla="*/ 2692060 w 2982800"/>
                <a:gd name="csY25" fmla="*/ 1669383 h 1701840"/>
                <a:gd name="csX26" fmla="*/ 2634238 w 2982800"/>
                <a:gd name="csY26" fmla="*/ 1661651 h 1701840"/>
                <a:gd name="csX27" fmla="*/ 2582869 w 2982800"/>
                <a:gd name="csY27" fmla="*/ 1659156 h 1701840"/>
                <a:gd name="csX28" fmla="*/ 2402517 w 2982800"/>
                <a:gd name="csY28" fmla="*/ 1675587 h 1701840"/>
                <a:gd name="csX29" fmla="*/ 2310489 w 2982800"/>
                <a:gd name="csY29" fmla="*/ 1686988 h 1701840"/>
                <a:gd name="csX30" fmla="*/ 2285156 w 2982800"/>
                <a:gd name="csY30" fmla="*/ 1687480 h 1701840"/>
                <a:gd name="csX31" fmla="*/ 2251391 w 2982800"/>
                <a:gd name="csY31" fmla="*/ 1694349 h 1701840"/>
                <a:gd name="csX32" fmla="*/ 1842971 w 2982800"/>
                <a:gd name="csY32" fmla="*/ 1675587 h 1701840"/>
                <a:gd name="csX33" fmla="*/ 1403823 w 2982800"/>
                <a:gd name="csY33" fmla="*/ 1675644 h 1701840"/>
                <a:gd name="csX34" fmla="*/ 1312838 w 2982800"/>
                <a:gd name="csY34" fmla="*/ 1675601 h 1701840"/>
                <a:gd name="csX35" fmla="*/ 1267008 w 2982800"/>
                <a:gd name="csY35" fmla="*/ 1692779 h 1701840"/>
                <a:gd name="csX36" fmla="*/ 812229 w 2982800"/>
                <a:gd name="csY36" fmla="*/ 1675587 h 1701840"/>
                <a:gd name="csX37" fmla="*/ 720040 w 2982800"/>
                <a:gd name="csY37" fmla="*/ 1673046 h 1701840"/>
                <a:gd name="csX38" fmla="*/ 708104 w 2982800"/>
                <a:gd name="csY38" fmla="*/ 1672104 h 1701840"/>
                <a:gd name="csX39" fmla="*/ 635530 w 2982800"/>
                <a:gd name="csY39" fmla="*/ 1675587 h 1701840"/>
                <a:gd name="csX40" fmla="*/ 17085 w 2982800"/>
                <a:gd name="csY40" fmla="*/ 1675587 h 1701840"/>
                <a:gd name="csX41" fmla="*/ 17085 w 2982800"/>
                <a:gd name="csY41" fmla="*/ 1106964 h 1701840"/>
                <a:gd name="csX42" fmla="*/ 15361 w 2982800"/>
                <a:gd name="csY42" fmla="*/ 1080947 h 1701840"/>
                <a:gd name="csX43" fmla="*/ 3521 w 2982800"/>
                <a:gd name="csY43" fmla="*/ 1015998 h 1701840"/>
                <a:gd name="csX44" fmla="*/ 17085 w 2982800"/>
                <a:gd name="csY44" fmla="*/ 588026 h 1701840"/>
                <a:gd name="csX45" fmla="*/ 4429 w 2982800"/>
                <a:gd name="csY45" fmla="*/ 437825 h 1701840"/>
                <a:gd name="csX46" fmla="*/ 1811 w 2982800"/>
                <a:gd name="csY46" fmla="*/ 417031 h 1701840"/>
                <a:gd name="csX47" fmla="*/ 17085 w 2982800"/>
                <a:gd name="csY47" fmla="*/ 19403 h 1701840"/>
                <a:gd name="csX48" fmla="*/ 664980 w 2982800"/>
                <a:gd name="csY48" fmla="*/ 19403 h 1701840"/>
                <a:gd name="csX49" fmla="*/ 1106685 w 2982800"/>
                <a:gd name="csY49" fmla="*/ 18487 h 1701840"/>
                <a:gd name="csX50" fmla="*/ 1171686 w 2982800"/>
                <a:gd name="csY50" fmla="*/ 18824 h 1701840"/>
                <a:gd name="csX51" fmla="*/ 1252767 w 2982800"/>
                <a:gd name="csY51" fmla="*/ 11079 h 1701840"/>
                <a:gd name="csX52" fmla="*/ 1401006 w 2982800"/>
                <a:gd name="csY52" fmla="*/ 14749 h 1701840"/>
                <a:gd name="csX53" fmla="*/ 1449325 w 2982800"/>
                <a:gd name="csY53" fmla="*/ 19404 h 1701840"/>
                <a:gd name="csX54" fmla="*/ 1403935 w 2982800"/>
                <a:gd name="csY54" fmla="*/ 19404 h 1701840"/>
                <a:gd name="csX55" fmla="*/ 1607754 w 2982800"/>
                <a:gd name="csY55" fmla="*/ 227560 h 1701840"/>
                <a:gd name="csX56" fmla="*/ 1403935 w 2982800"/>
                <a:gd name="csY56" fmla="*/ 435715 h 1701840"/>
                <a:gd name="csX57" fmla="*/ 1396300 w 2982800"/>
                <a:gd name="csY57" fmla="*/ 435715 h 1701840"/>
                <a:gd name="csX58" fmla="*/ 1600119 w 2982800"/>
                <a:gd name="csY58" fmla="*/ 643870 h 1701840"/>
                <a:gd name="csX59" fmla="*/ 1396300 w 2982800"/>
                <a:gd name="csY59" fmla="*/ 852025 h 1701840"/>
                <a:gd name="csX60" fmla="*/ 1408369 w 2982800"/>
                <a:gd name="csY60" fmla="*/ 852025 h 1701840"/>
                <a:gd name="csX61" fmla="*/ 1607754 w 2982800"/>
                <a:gd name="csY61" fmla="*/ 1055652 h 1701840"/>
                <a:gd name="csX62" fmla="*/ 1408370 w 2982800"/>
                <a:gd name="csY62" fmla="*/ 1259278 h 1701840"/>
                <a:gd name="csX63" fmla="*/ 1403935 w 2982800"/>
                <a:gd name="csY63" fmla="*/ 1259278 h 1701840"/>
                <a:gd name="csX64" fmla="*/ 1406153 w 2982800"/>
                <a:gd name="csY64" fmla="*/ 1261543 h 1701840"/>
                <a:gd name="csX65" fmla="*/ 1403935 w 2982800"/>
                <a:gd name="csY65" fmla="*/ 1263807 h 1701840"/>
                <a:gd name="csX66" fmla="*/ 1408370 w 2982800"/>
                <a:gd name="csY66" fmla="*/ 1263807 h 1701840"/>
                <a:gd name="csX67" fmla="*/ 1607754 w 2982800"/>
                <a:gd name="csY67" fmla="*/ 1467433 h 1701840"/>
                <a:gd name="csX68" fmla="*/ 1403935 w 2982800"/>
                <a:gd name="csY68" fmla="*/ 1675588 h 1701840"/>
                <a:gd name="csX69" fmla="*/ 1616082 w 2982800"/>
                <a:gd name="csY69" fmla="*/ 1675588 h 1701840"/>
                <a:gd name="csX70" fmla="*/ 1819900 w 2982800"/>
                <a:gd name="csY70" fmla="*/ 1467433 h 1701840"/>
                <a:gd name="csX71" fmla="*/ 1618299 w 2982800"/>
                <a:gd name="csY71" fmla="*/ 1261543 h 1701840"/>
                <a:gd name="csX72" fmla="*/ 1819900 w 2982800"/>
                <a:gd name="csY72" fmla="*/ 1055652 h 1701840"/>
                <a:gd name="csX73" fmla="*/ 1616082 w 2982800"/>
                <a:gd name="csY73" fmla="*/ 847497 h 1701840"/>
                <a:gd name="csX74" fmla="*/ 1612881 w 2982800"/>
                <a:gd name="csY74" fmla="*/ 847497 h 1701840"/>
                <a:gd name="csX75" fmla="*/ 1812265 w 2982800"/>
                <a:gd name="csY75" fmla="*/ 643870 h 1701840"/>
                <a:gd name="csX76" fmla="*/ 1608447 w 2982800"/>
                <a:gd name="csY76" fmla="*/ 435715 h 1701840"/>
                <a:gd name="csX77" fmla="*/ 1616082 w 2982800"/>
                <a:gd name="csY77" fmla="*/ 435715 h 1701840"/>
                <a:gd name="csX78" fmla="*/ 1819900 w 2982800"/>
                <a:gd name="csY78" fmla="*/ 227560 h 1701840"/>
                <a:gd name="csX79" fmla="*/ 1629585 w 2982800"/>
                <a:gd name="csY79" fmla="*/ 33194 h 1701840"/>
                <a:gd name="csX80" fmla="*/ 1658341 w 2982800"/>
                <a:gd name="csY80" fmla="*/ 34838 h 1701840"/>
                <a:gd name="csX81" fmla="*/ 1754622 w 2982800"/>
                <a:gd name="csY81" fmla="*/ 19403 h 1701840"/>
                <a:gd name="csX82" fmla="*/ 1870813 w 2982800"/>
                <a:gd name="csY82" fmla="*/ 417 h 1701840"/>
                <a:gd name="csX83" fmla="*/ 2005939 w 2982800"/>
                <a:gd name="csY83" fmla="*/ 4782 h 1701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</a:cxnLst>
              <a:rect l="l" t="t" r="r" b="b"/>
              <a:pathLst>
                <a:path w="2982800" h="1701840">
                  <a:moveTo>
                    <a:pt x="1449325" y="19404"/>
                  </a:moveTo>
                  <a:lnTo>
                    <a:pt x="1616082" y="19404"/>
                  </a:lnTo>
                  <a:lnTo>
                    <a:pt x="1629585" y="33194"/>
                  </a:lnTo>
                  <a:lnTo>
                    <a:pt x="1538333" y="27978"/>
                  </a:lnTo>
                  <a:close/>
                  <a:moveTo>
                    <a:pt x="2112280" y="57"/>
                  </a:moveTo>
                  <a:cubicBezTo>
                    <a:pt x="2336222" y="-1716"/>
                    <a:pt x="2605447" y="38104"/>
                    <a:pt x="2962063" y="19403"/>
                  </a:cubicBezTo>
                  <a:cubicBezTo>
                    <a:pt x="3005499" y="165200"/>
                    <a:pt x="2960425" y="252862"/>
                    <a:pt x="2952690" y="400061"/>
                  </a:cubicBezTo>
                  <a:lnTo>
                    <a:pt x="2952647" y="419764"/>
                  </a:lnTo>
                  <a:lnTo>
                    <a:pt x="2962063" y="538341"/>
                  </a:lnTo>
                  <a:lnTo>
                    <a:pt x="2967112" y="621158"/>
                  </a:lnTo>
                  <a:lnTo>
                    <a:pt x="2971193" y="661326"/>
                  </a:lnTo>
                  <a:lnTo>
                    <a:pt x="2970852" y="682502"/>
                  </a:lnTo>
                  <a:lnTo>
                    <a:pt x="2971504" y="693198"/>
                  </a:lnTo>
                  <a:lnTo>
                    <a:pt x="2970102" y="729039"/>
                  </a:lnTo>
                  <a:lnTo>
                    <a:pt x="2970009" y="734813"/>
                  </a:lnTo>
                  <a:lnTo>
                    <a:pt x="2969813" y="736424"/>
                  </a:lnTo>
                  <a:lnTo>
                    <a:pt x="2965902" y="836394"/>
                  </a:lnTo>
                  <a:cubicBezTo>
                    <a:pt x="2960070" y="929035"/>
                    <a:pt x="2952959" y="1017097"/>
                    <a:pt x="2962063" y="1106964"/>
                  </a:cubicBezTo>
                  <a:lnTo>
                    <a:pt x="2965618" y="1176297"/>
                  </a:lnTo>
                  <a:lnTo>
                    <a:pt x="2979215" y="1251458"/>
                  </a:lnTo>
                  <a:cubicBezTo>
                    <a:pt x="2991909" y="1361559"/>
                    <a:pt x="2967848" y="1412473"/>
                    <a:pt x="2954405" y="1476948"/>
                  </a:cubicBezTo>
                  <a:lnTo>
                    <a:pt x="2949190" y="1513863"/>
                  </a:lnTo>
                  <a:lnTo>
                    <a:pt x="2948211" y="1558645"/>
                  </a:lnTo>
                  <a:lnTo>
                    <a:pt x="2950970" y="1609790"/>
                  </a:lnTo>
                  <a:lnTo>
                    <a:pt x="2962063" y="1675587"/>
                  </a:lnTo>
                  <a:cubicBezTo>
                    <a:pt x="2882541" y="1702546"/>
                    <a:pt x="2793837" y="1684930"/>
                    <a:pt x="2692060" y="1669383"/>
                  </a:cubicBezTo>
                  <a:lnTo>
                    <a:pt x="2634238" y="1661651"/>
                  </a:lnTo>
                  <a:lnTo>
                    <a:pt x="2582869" y="1659156"/>
                  </a:lnTo>
                  <a:cubicBezTo>
                    <a:pt x="2527514" y="1659589"/>
                    <a:pt x="2467485" y="1663993"/>
                    <a:pt x="2402517" y="1675587"/>
                  </a:cubicBezTo>
                  <a:cubicBezTo>
                    <a:pt x="2370033" y="1681384"/>
                    <a:pt x="2339452" y="1685003"/>
                    <a:pt x="2310489" y="1686988"/>
                  </a:cubicBezTo>
                  <a:lnTo>
                    <a:pt x="2285156" y="1687480"/>
                  </a:lnTo>
                  <a:lnTo>
                    <a:pt x="2251391" y="1694349"/>
                  </a:lnTo>
                  <a:cubicBezTo>
                    <a:pt x="2050975" y="1721701"/>
                    <a:pt x="1949126" y="1644257"/>
                    <a:pt x="1842971" y="1675587"/>
                  </a:cubicBezTo>
                  <a:cubicBezTo>
                    <a:pt x="1721793" y="1710598"/>
                    <a:pt x="1541890" y="1684416"/>
                    <a:pt x="1403823" y="1675644"/>
                  </a:cubicBezTo>
                  <a:lnTo>
                    <a:pt x="1312838" y="1675601"/>
                  </a:lnTo>
                  <a:lnTo>
                    <a:pt x="1267008" y="1692779"/>
                  </a:lnTo>
                  <a:cubicBezTo>
                    <a:pt x="1157102" y="1721179"/>
                    <a:pt x="1024331" y="1673566"/>
                    <a:pt x="812229" y="1675587"/>
                  </a:cubicBezTo>
                  <a:cubicBezTo>
                    <a:pt x="781929" y="1675876"/>
                    <a:pt x="751188" y="1674872"/>
                    <a:pt x="720040" y="1673046"/>
                  </a:cubicBezTo>
                  <a:lnTo>
                    <a:pt x="708104" y="1672104"/>
                  </a:lnTo>
                  <a:lnTo>
                    <a:pt x="635530" y="1675587"/>
                  </a:lnTo>
                  <a:cubicBezTo>
                    <a:pt x="348178" y="1703925"/>
                    <a:pt x="145207" y="1636632"/>
                    <a:pt x="17085" y="1675587"/>
                  </a:cubicBezTo>
                  <a:cubicBezTo>
                    <a:pt x="-10473" y="1528756"/>
                    <a:pt x="34946" y="1235812"/>
                    <a:pt x="17085" y="1106964"/>
                  </a:cubicBezTo>
                  <a:lnTo>
                    <a:pt x="15361" y="1080947"/>
                  </a:lnTo>
                  <a:lnTo>
                    <a:pt x="3521" y="1015998"/>
                  </a:lnTo>
                  <a:cubicBezTo>
                    <a:pt x="-15190" y="856376"/>
                    <a:pt x="48258" y="784558"/>
                    <a:pt x="17085" y="588026"/>
                  </a:cubicBezTo>
                  <a:lnTo>
                    <a:pt x="4429" y="437825"/>
                  </a:lnTo>
                  <a:lnTo>
                    <a:pt x="1811" y="417031"/>
                  </a:lnTo>
                  <a:cubicBezTo>
                    <a:pt x="-3249" y="292808"/>
                    <a:pt x="17209" y="159947"/>
                    <a:pt x="17085" y="19403"/>
                  </a:cubicBezTo>
                  <a:cubicBezTo>
                    <a:pt x="294266" y="-29779"/>
                    <a:pt x="453662" y="60372"/>
                    <a:pt x="664980" y="19403"/>
                  </a:cubicBezTo>
                  <a:cubicBezTo>
                    <a:pt x="813897" y="-15747"/>
                    <a:pt x="943273" y="9395"/>
                    <a:pt x="1106685" y="18487"/>
                  </a:cubicBezTo>
                  <a:lnTo>
                    <a:pt x="1171686" y="18824"/>
                  </a:lnTo>
                  <a:lnTo>
                    <a:pt x="1252767" y="11079"/>
                  </a:lnTo>
                  <a:cubicBezTo>
                    <a:pt x="1303287" y="8940"/>
                    <a:pt x="1353056" y="11048"/>
                    <a:pt x="1401006" y="14749"/>
                  </a:cubicBezTo>
                  <a:lnTo>
                    <a:pt x="1449325" y="19404"/>
                  </a:lnTo>
                  <a:lnTo>
                    <a:pt x="1403935" y="19404"/>
                  </a:lnTo>
                  <a:lnTo>
                    <a:pt x="1607754" y="227560"/>
                  </a:lnTo>
                  <a:lnTo>
                    <a:pt x="1403935" y="435715"/>
                  </a:lnTo>
                  <a:lnTo>
                    <a:pt x="1396300" y="435715"/>
                  </a:lnTo>
                  <a:lnTo>
                    <a:pt x="1600119" y="643870"/>
                  </a:lnTo>
                  <a:lnTo>
                    <a:pt x="1396300" y="852025"/>
                  </a:lnTo>
                  <a:lnTo>
                    <a:pt x="1408369" y="852025"/>
                  </a:lnTo>
                  <a:lnTo>
                    <a:pt x="1607754" y="1055652"/>
                  </a:lnTo>
                  <a:lnTo>
                    <a:pt x="1408370" y="1259278"/>
                  </a:lnTo>
                  <a:lnTo>
                    <a:pt x="1403935" y="1259278"/>
                  </a:lnTo>
                  <a:lnTo>
                    <a:pt x="1406153" y="1261543"/>
                  </a:lnTo>
                  <a:lnTo>
                    <a:pt x="1403935" y="1263807"/>
                  </a:lnTo>
                  <a:lnTo>
                    <a:pt x="1408370" y="1263807"/>
                  </a:lnTo>
                  <a:lnTo>
                    <a:pt x="1607754" y="1467433"/>
                  </a:lnTo>
                  <a:lnTo>
                    <a:pt x="1403935" y="1675588"/>
                  </a:lnTo>
                  <a:lnTo>
                    <a:pt x="1616082" y="1675588"/>
                  </a:lnTo>
                  <a:lnTo>
                    <a:pt x="1819900" y="1467433"/>
                  </a:lnTo>
                  <a:lnTo>
                    <a:pt x="1618299" y="1261543"/>
                  </a:lnTo>
                  <a:lnTo>
                    <a:pt x="1819900" y="1055652"/>
                  </a:lnTo>
                  <a:lnTo>
                    <a:pt x="1616082" y="847497"/>
                  </a:lnTo>
                  <a:lnTo>
                    <a:pt x="1612881" y="847497"/>
                  </a:lnTo>
                  <a:lnTo>
                    <a:pt x="1812265" y="643870"/>
                  </a:lnTo>
                  <a:lnTo>
                    <a:pt x="1608447" y="435715"/>
                  </a:lnTo>
                  <a:lnTo>
                    <a:pt x="1616082" y="435715"/>
                  </a:lnTo>
                  <a:lnTo>
                    <a:pt x="1819900" y="227560"/>
                  </a:lnTo>
                  <a:lnTo>
                    <a:pt x="1629585" y="33194"/>
                  </a:lnTo>
                  <a:lnTo>
                    <a:pt x="1658341" y="34838"/>
                  </a:lnTo>
                  <a:cubicBezTo>
                    <a:pt x="1694745" y="34294"/>
                    <a:pt x="1727195" y="30034"/>
                    <a:pt x="1754622" y="19403"/>
                  </a:cubicBezTo>
                  <a:cubicBezTo>
                    <a:pt x="1785967" y="7254"/>
                    <a:pt x="1825681" y="1853"/>
                    <a:pt x="1870813" y="417"/>
                  </a:cubicBezTo>
                  <a:lnTo>
                    <a:pt x="2005939" y="4782"/>
                  </a:lnTo>
                  <a:close/>
                </a:path>
              </a:pathLst>
            </a:custGeom>
            <a:blipFill>
              <a:blip r:embed="rId2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E2B7D33-51D4-526B-8A1F-9815A96917F9}"/>
                </a:ext>
              </a:extLst>
            </p:cNvPr>
            <p:cNvSpPr/>
            <p:nvPr/>
          </p:nvSpPr>
          <p:spPr>
            <a:xfrm>
              <a:off x="4145200" y="3963924"/>
              <a:ext cx="45719" cy="165618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673FA7AE-0F54-72A7-AF7D-8CCAD4DE2DDE}"/>
                </a:ext>
              </a:extLst>
            </p:cNvPr>
            <p:cNvSpPr/>
            <p:nvPr/>
          </p:nvSpPr>
          <p:spPr>
            <a:xfrm>
              <a:off x="7120433" y="3963924"/>
              <a:ext cx="45719" cy="165618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F462840D-BB0A-4135-E5DB-3005B51570CC}"/>
                    </a:ext>
                  </a:extLst>
                </p:cNvPr>
                <p:cNvSpPr txBox="1"/>
                <p:nvPr/>
              </p:nvSpPr>
              <p:spPr>
                <a:xfrm>
                  <a:off x="3867624" y="4627984"/>
                  <a:ext cx="2775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F462840D-BB0A-4135-E5DB-3005B51570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7624" y="4627984"/>
                  <a:ext cx="277576" cy="276999"/>
                </a:xfrm>
                <a:prstGeom prst="rect">
                  <a:avLst/>
                </a:prstGeom>
                <a:blipFill>
                  <a:blip r:embed="rId24"/>
                  <a:stretch>
                    <a:fillRect l="-19565" r="-8696" b="-1521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C060F3D-F6A8-9942-95A3-E7905D686A7C}"/>
                    </a:ext>
                  </a:extLst>
                </p:cNvPr>
                <p:cNvSpPr txBox="1"/>
                <p:nvPr/>
              </p:nvSpPr>
              <p:spPr>
                <a:xfrm>
                  <a:off x="4494749" y="4653516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C060F3D-F6A8-9942-95A3-E7905D686A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4749" y="4653516"/>
                  <a:ext cx="252633" cy="276999"/>
                </a:xfrm>
                <a:prstGeom prst="rect">
                  <a:avLst/>
                </a:prstGeom>
                <a:blipFill>
                  <a:blip r:embed="rId25"/>
                  <a:stretch>
                    <a:fillRect l="-21429" r="-2381" b="-869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89E6142-43D0-4E34-8239-CE30509FEC17}"/>
                    </a:ext>
                  </a:extLst>
                </p:cNvPr>
                <p:cNvSpPr txBox="1"/>
                <p:nvPr/>
              </p:nvSpPr>
              <p:spPr>
                <a:xfrm>
                  <a:off x="6631462" y="4627983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189E6142-43D0-4E34-8239-CE30509FEC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1462" y="4627983"/>
                  <a:ext cx="252633" cy="276999"/>
                </a:xfrm>
                <a:prstGeom prst="rect">
                  <a:avLst/>
                </a:prstGeom>
                <a:blipFill>
                  <a:blip r:embed="rId26"/>
                  <a:stretch>
                    <a:fillRect l="-24390" r="-4878" b="-869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A97677C-5FAE-A861-84CE-1737B7CC3A98}"/>
                    </a:ext>
                  </a:extLst>
                </p:cNvPr>
                <p:cNvSpPr txBox="1"/>
                <p:nvPr/>
              </p:nvSpPr>
              <p:spPr>
                <a:xfrm>
                  <a:off x="7149857" y="4653601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A97677C-5FAE-A861-84CE-1737B7CC3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9857" y="4653601"/>
                  <a:ext cx="252633" cy="276999"/>
                </a:xfrm>
                <a:prstGeom prst="rect">
                  <a:avLst/>
                </a:prstGeom>
                <a:blipFill>
                  <a:blip r:embed="rId27"/>
                  <a:stretch>
                    <a:fillRect l="-24390" r="-4878" b="-869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74230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14224-E1A1-1CDD-5879-4850AAD8C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6E060A4-5D5B-0A7D-A189-CBEB5DE033A2}"/>
              </a:ext>
            </a:extLst>
          </p:cNvPr>
          <p:cNvGrpSpPr/>
          <p:nvPr/>
        </p:nvGrpSpPr>
        <p:grpSpPr>
          <a:xfrm>
            <a:off x="1150943" y="1429964"/>
            <a:ext cx="9784130" cy="2329034"/>
            <a:chOff x="1150943" y="1429964"/>
            <a:chExt cx="9784130" cy="232903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D8BF58D-6938-B785-8916-DAC0A6D09D80}"/>
                </a:ext>
              </a:extLst>
            </p:cNvPr>
            <p:cNvSpPr/>
            <p:nvPr/>
          </p:nvSpPr>
          <p:spPr>
            <a:xfrm>
              <a:off x="1474238" y="1772816"/>
              <a:ext cx="914400" cy="16561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44E367D-6C42-0E5C-4F58-631203D6C4A9}"/>
                </a:ext>
              </a:extLst>
            </p:cNvPr>
            <p:cNvSpPr/>
            <p:nvPr/>
          </p:nvSpPr>
          <p:spPr>
            <a:xfrm>
              <a:off x="2491275" y="1772816"/>
              <a:ext cx="914400" cy="16561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294F56C-B678-D6BC-2C15-B761E547A17F}"/>
                </a:ext>
              </a:extLst>
            </p:cNvPr>
            <p:cNvSpPr/>
            <p:nvPr/>
          </p:nvSpPr>
          <p:spPr>
            <a:xfrm>
              <a:off x="4164563" y="1772816"/>
              <a:ext cx="914400" cy="16561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51ACF7C-5A2A-D864-C84A-02AC2FB7908A}"/>
                </a:ext>
              </a:extLst>
            </p:cNvPr>
            <p:cNvSpPr/>
            <p:nvPr/>
          </p:nvSpPr>
          <p:spPr>
            <a:xfrm>
              <a:off x="5181600" y="1772816"/>
              <a:ext cx="914400" cy="16561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556D300-5121-D297-5BA9-8091DED25C67}"/>
                </a:ext>
              </a:extLst>
            </p:cNvPr>
            <p:cNvSpPr/>
            <p:nvPr/>
          </p:nvSpPr>
          <p:spPr>
            <a:xfrm>
              <a:off x="6198637" y="1772815"/>
              <a:ext cx="914400" cy="1656184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2D62C31-AC9E-1D54-3190-424E03713C4D}"/>
                </a:ext>
              </a:extLst>
            </p:cNvPr>
            <p:cNvSpPr/>
            <p:nvPr/>
          </p:nvSpPr>
          <p:spPr>
            <a:xfrm>
              <a:off x="1428519" y="1772815"/>
              <a:ext cx="45719" cy="165618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ECB123-AF7A-1C0D-A0FF-09E2FB15828B}"/>
                </a:ext>
              </a:extLst>
            </p:cNvPr>
            <p:cNvSpPr/>
            <p:nvPr/>
          </p:nvSpPr>
          <p:spPr>
            <a:xfrm>
              <a:off x="4118844" y="1772815"/>
              <a:ext cx="45719" cy="165618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B054FE5-ACE2-E6A8-A9B5-4DFF3E9157CE}"/>
                </a:ext>
              </a:extLst>
            </p:cNvPr>
            <p:cNvSpPr/>
            <p:nvPr/>
          </p:nvSpPr>
          <p:spPr>
            <a:xfrm>
              <a:off x="3393582" y="1772815"/>
              <a:ext cx="45719" cy="165618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2F2482-71D5-EA59-8A50-B8A207C855EF}"/>
                </a:ext>
              </a:extLst>
            </p:cNvPr>
            <p:cNvSpPr/>
            <p:nvPr/>
          </p:nvSpPr>
          <p:spPr>
            <a:xfrm>
              <a:off x="7113037" y="1772815"/>
              <a:ext cx="45719" cy="165618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42765A-CCEF-BBD9-99C4-91C20EC1F26E}"/>
                    </a:ext>
                  </a:extLst>
                </p:cNvPr>
                <p:cNvSpPr txBox="1"/>
                <p:nvPr/>
              </p:nvSpPr>
              <p:spPr>
                <a:xfrm>
                  <a:off x="1150943" y="2396539"/>
                  <a:ext cx="2775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742765A-CCEF-BBD9-99C4-91C20EC1F2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0943" y="2396539"/>
                  <a:ext cx="277576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2222" r="-8889" b="-1521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2A10BD1-5069-4D52-2E56-C0CFF86D613D}"/>
                    </a:ext>
                  </a:extLst>
                </p:cNvPr>
                <p:cNvSpPr txBox="1"/>
                <p:nvPr/>
              </p:nvSpPr>
              <p:spPr>
                <a:xfrm>
                  <a:off x="3853361" y="2396539"/>
                  <a:ext cx="2775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52A10BD1-5069-4D52-2E56-C0CFF86D6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3361" y="2396539"/>
                  <a:ext cx="277576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9565" r="-8696" b="-1521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E888935-7134-5C7F-7D2F-C67CEEAF0DD5}"/>
                    </a:ext>
                  </a:extLst>
                </p:cNvPr>
                <p:cNvSpPr txBox="1"/>
                <p:nvPr/>
              </p:nvSpPr>
              <p:spPr>
                <a:xfrm>
                  <a:off x="3462593" y="2396539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E888935-7134-5C7F-7D2F-C67CEEAF0D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62593" y="2396539"/>
                  <a:ext cx="252633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1951" r="-4878" b="-869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E24F808-51D5-446F-E1E9-7A2FA5BD9E64}"/>
                    </a:ext>
                  </a:extLst>
                </p:cNvPr>
                <p:cNvSpPr txBox="1"/>
                <p:nvPr/>
              </p:nvSpPr>
              <p:spPr>
                <a:xfrm>
                  <a:off x="7141823" y="2462407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2E24F808-51D5-446F-E1E9-7A2FA5BD9E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41823" y="2462407"/>
                  <a:ext cx="252633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24390" r="-4878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CD54DD8-3314-0068-8B5E-03F0DDA373F4}"/>
                    </a:ext>
                  </a:extLst>
                </p:cNvPr>
                <p:cNvSpPr txBox="1"/>
                <p:nvPr/>
              </p:nvSpPr>
              <p:spPr>
                <a:xfrm>
                  <a:off x="1843671" y="2462407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CD54DD8-3314-0068-8B5E-03F0DDA373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3671" y="2462407"/>
                  <a:ext cx="25263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1429" r="-2381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3BFA4D2-F56B-9C00-B50B-1A58F9369C52}"/>
                    </a:ext>
                  </a:extLst>
                </p:cNvPr>
                <p:cNvSpPr txBox="1"/>
                <p:nvPr/>
              </p:nvSpPr>
              <p:spPr>
                <a:xfrm>
                  <a:off x="2801177" y="2462406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33BFA4D2-F56B-9C00-B50B-1A58F9369C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1177" y="2462406"/>
                  <a:ext cx="252633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24390" r="-4878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AB99833-16B0-213D-2A15-09DF0D54DA28}"/>
                    </a:ext>
                  </a:extLst>
                </p:cNvPr>
                <p:cNvSpPr txBox="1"/>
                <p:nvPr/>
              </p:nvSpPr>
              <p:spPr>
                <a:xfrm>
                  <a:off x="4558975" y="2535038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AB99833-16B0-213D-2A15-09DF0D54DA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58975" y="2535038"/>
                  <a:ext cx="252633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4390" r="-4878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6583417-6965-ADE6-E9D1-C67BBFBC2FD6}"/>
                    </a:ext>
                  </a:extLst>
                </p:cNvPr>
                <p:cNvSpPr txBox="1"/>
                <p:nvPr/>
              </p:nvSpPr>
              <p:spPr>
                <a:xfrm>
                  <a:off x="5506441" y="2535038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6583417-6965-ADE6-E9D1-C67BBFBC2F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6441" y="2535038"/>
                  <a:ext cx="252633" cy="276999"/>
                </a:xfrm>
                <a:prstGeom prst="rect">
                  <a:avLst/>
                </a:prstGeom>
                <a:blipFill>
                  <a:blip r:embed="rId10"/>
                  <a:stretch>
                    <a:fillRect l="-21429" r="-2381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AE20804-75C6-21B9-F3E8-B316E788A257}"/>
                    </a:ext>
                  </a:extLst>
                </p:cNvPr>
                <p:cNvSpPr txBox="1"/>
                <p:nvPr/>
              </p:nvSpPr>
              <p:spPr>
                <a:xfrm>
                  <a:off x="6520602" y="2535037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AE20804-75C6-21B9-F3E8-B316E788A2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0602" y="2535037"/>
                  <a:ext cx="252633" cy="276999"/>
                </a:xfrm>
                <a:prstGeom prst="rect">
                  <a:avLst/>
                </a:prstGeom>
                <a:blipFill>
                  <a:blip r:embed="rId11"/>
                  <a:stretch>
                    <a:fillRect l="-24390" r="-4878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17ECA48-ABB8-DB35-3114-221C81A07B9B}"/>
                    </a:ext>
                  </a:extLst>
                </p:cNvPr>
                <p:cNvSpPr txBox="1"/>
                <p:nvPr/>
              </p:nvSpPr>
              <p:spPr>
                <a:xfrm>
                  <a:off x="2340934" y="1495816"/>
                  <a:ext cx="1868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D17ECA48-ABB8-DB35-3114-221C81A07B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0934" y="1495816"/>
                  <a:ext cx="186846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32258" r="-29032" b="-6522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D656CA9-E9EB-6B7D-6874-7D4E3470DF57}"/>
                    </a:ext>
                  </a:extLst>
                </p:cNvPr>
                <p:cNvSpPr txBox="1"/>
                <p:nvPr/>
              </p:nvSpPr>
              <p:spPr>
                <a:xfrm>
                  <a:off x="5029272" y="1438592"/>
                  <a:ext cx="1868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D656CA9-E9EB-6B7D-6874-7D4E3470DF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29272" y="1438592"/>
                  <a:ext cx="186846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32258" r="-29032" b="-8889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3B9096E-2822-197D-758A-4021C552A2B7}"/>
                    </a:ext>
                  </a:extLst>
                </p:cNvPr>
                <p:cNvSpPr txBox="1"/>
                <p:nvPr/>
              </p:nvSpPr>
              <p:spPr>
                <a:xfrm>
                  <a:off x="6068725" y="1429964"/>
                  <a:ext cx="18684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F3B9096E-2822-197D-758A-4021C552A2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8725" y="1429964"/>
                  <a:ext cx="186846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3333" r="-33333" b="-8889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834BE2C-094B-0672-B2E0-3ABF3ED9CEA0}"/>
                    </a:ext>
                  </a:extLst>
                </p:cNvPr>
                <p:cNvSpPr txBox="1"/>
                <p:nvPr/>
              </p:nvSpPr>
              <p:spPr>
                <a:xfrm>
                  <a:off x="2255988" y="3419463"/>
                  <a:ext cx="3727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834BE2C-094B-0672-B2E0-3ABF3ED9CE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988" y="3419463"/>
                  <a:ext cx="372731" cy="276999"/>
                </a:xfrm>
                <a:prstGeom prst="rect">
                  <a:avLst/>
                </a:prstGeom>
                <a:blipFill>
                  <a:blip r:embed="rId15"/>
                  <a:stretch>
                    <a:fillRect l="-22951" t="-2222" r="-22951" b="-3555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0D9A115-536E-4D89-6FB4-7C02F840CD87}"/>
                    </a:ext>
                  </a:extLst>
                </p:cNvPr>
                <p:cNvSpPr txBox="1"/>
                <p:nvPr/>
              </p:nvSpPr>
              <p:spPr>
                <a:xfrm>
                  <a:off x="5499520" y="3462595"/>
                  <a:ext cx="3727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E0D9A115-536E-4D89-6FB4-7C02F840CD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9520" y="3462595"/>
                  <a:ext cx="372731" cy="276999"/>
                </a:xfrm>
                <a:prstGeom prst="rect">
                  <a:avLst/>
                </a:prstGeom>
                <a:blipFill>
                  <a:blip r:embed="rId16"/>
                  <a:stretch>
                    <a:fillRect l="-22951" t="-2222" r="-22951" b="-3555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56D9192-809C-FB4E-CC51-7344622817CC}"/>
                    </a:ext>
                  </a:extLst>
                </p:cNvPr>
                <p:cNvSpPr txBox="1"/>
                <p:nvPr/>
              </p:nvSpPr>
              <p:spPr>
                <a:xfrm>
                  <a:off x="9052879" y="3481999"/>
                  <a:ext cx="3519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56D9192-809C-FB4E-CC51-7344622817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52879" y="3481999"/>
                  <a:ext cx="351955" cy="276999"/>
                </a:xfrm>
                <a:prstGeom prst="rect">
                  <a:avLst/>
                </a:prstGeom>
                <a:blipFill>
                  <a:blip r:embed="rId17"/>
                  <a:stretch>
                    <a:fillRect l="-24138" t="-2174" r="-24138" b="-32609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08D1543C-C55D-DAC2-2440-5E359074F6A5}"/>
                </a:ext>
              </a:extLst>
            </p:cNvPr>
            <p:cNvSpPr/>
            <p:nvPr/>
          </p:nvSpPr>
          <p:spPr>
            <a:xfrm>
              <a:off x="7683557" y="1772815"/>
              <a:ext cx="2982800" cy="1701840"/>
            </a:xfrm>
            <a:custGeom>
              <a:avLst/>
              <a:gdLst>
                <a:gd name="csX0" fmla="*/ 1449325 w 2982800"/>
                <a:gd name="csY0" fmla="*/ 19404 h 1701840"/>
                <a:gd name="csX1" fmla="*/ 1616082 w 2982800"/>
                <a:gd name="csY1" fmla="*/ 19404 h 1701840"/>
                <a:gd name="csX2" fmla="*/ 1629585 w 2982800"/>
                <a:gd name="csY2" fmla="*/ 33194 h 1701840"/>
                <a:gd name="csX3" fmla="*/ 1538333 w 2982800"/>
                <a:gd name="csY3" fmla="*/ 27978 h 1701840"/>
                <a:gd name="csX4" fmla="*/ 2112280 w 2982800"/>
                <a:gd name="csY4" fmla="*/ 57 h 1701840"/>
                <a:gd name="csX5" fmla="*/ 2962063 w 2982800"/>
                <a:gd name="csY5" fmla="*/ 19403 h 1701840"/>
                <a:gd name="csX6" fmla="*/ 2952690 w 2982800"/>
                <a:gd name="csY6" fmla="*/ 400061 h 1701840"/>
                <a:gd name="csX7" fmla="*/ 2952647 w 2982800"/>
                <a:gd name="csY7" fmla="*/ 419764 h 1701840"/>
                <a:gd name="csX8" fmla="*/ 2962063 w 2982800"/>
                <a:gd name="csY8" fmla="*/ 538341 h 1701840"/>
                <a:gd name="csX9" fmla="*/ 2967112 w 2982800"/>
                <a:gd name="csY9" fmla="*/ 621158 h 1701840"/>
                <a:gd name="csX10" fmla="*/ 2971193 w 2982800"/>
                <a:gd name="csY10" fmla="*/ 661326 h 1701840"/>
                <a:gd name="csX11" fmla="*/ 2970852 w 2982800"/>
                <a:gd name="csY11" fmla="*/ 682502 h 1701840"/>
                <a:gd name="csX12" fmla="*/ 2971504 w 2982800"/>
                <a:gd name="csY12" fmla="*/ 693198 h 1701840"/>
                <a:gd name="csX13" fmla="*/ 2970102 w 2982800"/>
                <a:gd name="csY13" fmla="*/ 729039 h 1701840"/>
                <a:gd name="csX14" fmla="*/ 2970009 w 2982800"/>
                <a:gd name="csY14" fmla="*/ 734813 h 1701840"/>
                <a:gd name="csX15" fmla="*/ 2969813 w 2982800"/>
                <a:gd name="csY15" fmla="*/ 736424 h 1701840"/>
                <a:gd name="csX16" fmla="*/ 2965902 w 2982800"/>
                <a:gd name="csY16" fmla="*/ 836394 h 1701840"/>
                <a:gd name="csX17" fmla="*/ 2962063 w 2982800"/>
                <a:gd name="csY17" fmla="*/ 1106964 h 1701840"/>
                <a:gd name="csX18" fmla="*/ 2965618 w 2982800"/>
                <a:gd name="csY18" fmla="*/ 1176297 h 1701840"/>
                <a:gd name="csX19" fmla="*/ 2979215 w 2982800"/>
                <a:gd name="csY19" fmla="*/ 1251458 h 1701840"/>
                <a:gd name="csX20" fmla="*/ 2954405 w 2982800"/>
                <a:gd name="csY20" fmla="*/ 1476948 h 1701840"/>
                <a:gd name="csX21" fmla="*/ 2949190 w 2982800"/>
                <a:gd name="csY21" fmla="*/ 1513863 h 1701840"/>
                <a:gd name="csX22" fmla="*/ 2948211 w 2982800"/>
                <a:gd name="csY22" fmla="*/ 1558645 h 1701840"/>
                <a:gd name="csX23" fmla="*/ 2950970 w 2982800"/>
                <a:gd name="csY23" fmla="*/ 1609790 h 1701840"/>
                <a:gd name="csX24" fmla="*/ 2962063 w 2982800"/>
                <a:gd name="csY24" fmla="*/ 1675587 h 1701840"/>
                <a:gd name="csX25" fmla="*/ 2692060 w 2982800"/>
                <a:gd name="csY25" fmla="*/ 1669383 h 1701840"/>
                <a:gd name="csX26" fmla="*/ 2634238 w 2982800"/>
                <a:gd name="csY26" fmla="*/ 1661651 h 1701840"/>
                <a:gd name="csX27" fmla="*/ 2582869 w 2982800"/>
                <a:gd name="csY27" fmla="*/ 1659156 h 1701840"/>
                <a:gd name="csX28" fmla="*/ 2402517 w 2982800"/>
                <a:gd name="csY28" fmla="*/ 1675587 h 1701840"/>
                <a:gd name="csX29" fmla="*/ 2310489 w 2982800"/>
                <a:gd name="csY29" fmla="*/ 1686988 h 1701840"/>
                <a:gd name="csX30" fmla="*/ 2285156 w 2982800"/>
                <a:gd name="csY30" fmla="*/ 1687480 h 1701840"/>
                <a:gd name="csX31" fmla="*/ 2251391 w 2982800"/>
                <a:gd name="csY31" fmla="*/ 1694349 h 1701840"/>
                <a:gd name="csX32" fmla="*/ 1842971 w 2982800"/>
                <a:gd name="csY32" fmla="*/ 1675587 h 1701840"/>
                <a:gd name="csX33" fmla="*/ 1403823 w 2982800"/>
                <a:gd name="csY33" fmla="*/ 1675644 h 1701840"/>
                <a:gd name="csX34" fmla="*/ 1312838 w 2982800"/>
                <a:gd name="csY34" fmla="*/ 1675601 h 1701840"/>
                <a:gd name="csX35" fmla="*/ 1267008 w 2982800"/>
                <a:gd name="csY35" fmla="*/ 1692779 h 1701840"/>
                <a:gd name="csX36" fmla="*/ 812229 w 2982800"/>
                <a:gd name="csY36" fmla="*/ 1675587 h 1701840"/>
                <a:gd name="csX37" fmla="*/ 720040 w 2982800"/>
                <a:gd name="csY37" fmla="*/ 1673046 h 1701840"/>
                <a:gd name="csX38" fmla="*/ 708104 w 2982800"/>
                <a:gd name="csY38" fmla="*/ 1672104 h 1701840"/>
                <a:gd name="csX39" fmla="*/ 635530 w 2982800"/>
                <a:gd name="csY39" fmla="*/ 1675587 h 1701840"/>
                <a:gd name="csX40" fmla="*/ 17085 w 2982800"/>
                <a:gd name="csY40" fmla="*/ 1675587 h 1701840"/>
                <a:gd name="csX41" fmla="*/ 17085 w 2982800"/>
                <a:gd name="csY41" fmla="*/ 1106964 h 1701840"/>
                <a:gd name="csX42" fmla="*/ 15361 w 2982800"/>
                <a:gd name="csY42" fmla="*/ 1080947 h 1701840"/>
                <a:gd name="csX43" fmla="*/ 3521 w 2982800"/>
                <a:gd name="csY43" fmla="*/ 1015998 h 1701840"/>
                <a:gd name="csX44" fmla="*/ 17085 w 2982800"/>
                <a:gd name="csY44" fmla="*/ 588026 h 1701840"/>
                <a:gd name="csX45" fmla="*/ 4429 w 2982800"/>
                <a:gd name="csY45" fmla="*/ 437825 h 1701840"/>
                <a:gd name="csX46" fmla="*/ 1811 w 2982800"/>
                <a:gd name="csY46" fmla="*/ 417031 h 1701840"/>
                <a:gd name="csX47" fmla="*/ 17085 w 2982800"/>
                <a:gd name="csY47" fmla="*/ 19403 h 1701840"/>
                <a:gd name="csX48" fmla="*/ 664980 w 2982800"/>
                <a:gd name="csY48" fmla="*/ 19403 h 1701840"/>
                <a:gd name="csX49" fmla="*/ 1106685 w 2982800"/>
                <a:gd name="csY49" fmla="*/ 18487 h 1701840"/>
                <a:gd name="csX50" fmla="*/ 1171686 w 2982800"/>
                <a:gd name="csY50" fmla="*/ 18824 h 1701840"/>
                <a:gd name="csX51" fmla="*/ 1252767 w 2982800"/>
                <a:gd name="csY51" fmla="*/ 11079 h 1701840"/>
                <a:gd name="csX52" fmla="*/ 1401006 w 2982800"/>
                <a:gd name="csY52" fmla="*/ 14749 h 1701840"/>
                <a:gd name="csX53" fmla="*/ 1449325 w 2982800"/>
                <a:gd name="csY53" fmla="*/ 19404 h 1701840"/>
                <a:gd name="csX54" fmla="*/ 1403935 w 2982800"/>
                <a:gd name="csY54" fmla="*/ 19404 h 1701840"/>
                <a:gd name="csX55" fmla="*/ 1607754 w 2982800"/>
                <a:gd name="csY55" fmla="*/ 227560 h 1701840"/>
                <a:gd name="csX56" fmla="*/ 1403935 w 2982800"/>
                <a:gd name="csY56" fmla="*/ 435715 h 1701840"/>
                <a:gd name="csX57" fmla="*/ 1396300 w 2982800"/>
                <a:gd name="csY57" fmla="*/ 435715 h 1701840"/>
                <a:gd name="csX58" fmla="*/ 1600119 w 2982800"/>
                <a:gd name="csY58" fmla="*/ 643870 h 1701840"/>
                <a:gd name="csX59" fmla="*/ 1396300 w 2982800"/>
                <a:gd name="csY59" fmla="*/ 852025 h 1701840"/>
                <a:gd name="csX60" fmla="*/ 1408369 w 2982800"/>
                <a:gd name="csY60" fmla="*/ 852025 h 1701840"/>
                <a:gd name="csX61" fmla="*/ 1607754 w 2982800"/>
                <a:gd name="csY61" fmla="*/ 1055652 h 1701840"/>
                <a:gd name="csX62" fmla="*/ 1408370 w 2982800"/>
                <a:gd name="csY62" fmla="*/ 1259278 h 1701840"/>
                <a:gd name="csX63" fmla="*/ 1403935 w 2982800"/>
                <a:gd name="csY63" fmla="*/ 1259278 h 1701840"/>
                <a:gd name="csX64" fmla="*/ 1406153 w 2982800"/>
                <a:gd name="csY64" fmla="*/ 1261543 h 1701840"/>
                <a:gd name="csX65" fmla="*/ 1403935 w 2982800"/>
                <a:gd name="csY65" fmla="*/ 1263807 h 1701840"/>
                <a:gd name="csX66" fmla="*/ 1408370 w 2982800"/>
                <a:gd name="csY66" fmla="*/ 1263807 h 1701840"/>
                <a:gd name="csX67" fmla="*/ 1607754 w 2982800"/>
                <a:gd name="csY67" fmla="*/ 1467433 h 1701840"/>
                <a:gd name="csX68" fmla="*/ 1403935 w 2982800"/>
                <a:gd name="csY68" fmla="*/ 1675588 h 1701840"/>
                <a:gd name="csX69" fmla="*/ 1616082 w 2982800"/>
                <a:gd name="csY69" fmla="*/ 1675588 h 1701840"/>
                <a:gd name="csX70" fmla="*/ 1819900 w 2982800"/>
                <a:gd name="csY70" fmla="*/ 1467433 h 1701840"/>
                <a:gd name="csX71" fmla="*/ 1618299 w 2982800"/>
                <a:gd name="csY71" fmla="*/ 1261543 h 1701840"/>
                <a:gd name="csX72" fmla="*/ 1819900 w 2982800"/>
                <a:gd name="csY72" fmla="*/ 1055652 h 1701840"/>
                <a:gd name="csX73" fmla="*/ 1616082 w 2982800"/>
                <a:gd name="csY73" fmla="*/ 847497 h 1701840"/>
                <a:gd name="csX74" fmla="*/ 1612881 w 2982800"/>
                <a:gd name="csY74" fmla="*/ 847497 h 1701840"/>
                <a:gd name="csX75" fmla="*/ 1812265 w 2982800"/>
                <a:gd name="csY75" fmla="*/ 643870 h 1701840"/>
                <a:gd name="csX76" fmla="*/ 1608447 w 2982800"/>
                <a:gd name="csY76" fmla="*/ 435715 h 1701840"/>
                <a:gd name="csX77" fmla="*/ 1616082 w 2982800"/>
                <a:gd name="csY77" fmla="*/ 435715 h 1701840"/>
                <a:gd name="csX78" fmla="*/ 1819900 w 2982800"/>
                <a:gd name="csY78" fmla="*/ 227560 h 1701840"/>
                <a:gd name="csX79" fmla="*/ 1629585 w 2982800"/>
                <a:gd name="csY79" fmla="*/ 33194 h 1701840"/>
                <a:gd name="csX80" fmla="*/ 1658341 w 2982800"/>
                <a:gd name="csY80" fmla="*/ 34838 h 1701840"/>
                <a:gd name="csX81" fmla="*/ 1754622 w 2982800"/>
                <a:gd name="csY81" fmla="*/ 19403 h 1701840"/>
                <a:gd name="csX82" fmla="*/ 1870813 w 2982800"/>
                <a:gd name="csY82" fmla="*/ 417 h 1701840"/>
                <a:gd name="csX83" fmla="*/ 2005939 w 2982800"/>
                <a:gd name="csY83" fmla="*/ 4782 h 17018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</a:cxnLst>
              <a:rect l="l" t="t" r="r" b="b"/>
              <a:pathLst>
                <a:path w="2982800" h="1701840">
                  <a:moveTo>
                    <a:pt x="1449325" y="19404"/>
                  </a:moveTo>
                  <a:lnTo>
                    <a:pt x="1616082" y="19404"/>
                  </a:lnTo>
                  <a:lnTo>
                    <a:pt x="1629585" y="33194"/>
                  </a:lnTo>
                  <a:lnTo>
                    <a:pt x="1538333" y="27978"/>
                  </a:lnTo>
                  <a:close/>
                  <a:moveTo>
                    <a:pt x="2112280" y="57"/>
                  </a:moveTo>
                  <a:cubicBezTo>
                    <a:pt x="2336222" y="-1716"/>
                    <a:pt x="2605447" y="38104"/>
                    <a:pt x="2962063" y="19403"/>
                  </a:cubicBezTo>
                  <a:cubicBezTo>
                    <a:pt x="3005499" y="165200"/>
                    <a:pt x="2960425" y="252862"/>
                    <a:pt x="2952690" y="400061"/>
                  </a:cubicBezTo>
                  <a:lnTo>
                    <a:pt x="2952647" y="419764"/>
                  </a:lnTo>
                  <a:lnTo>
                    <a:pt x="2962063" y="538341"/>
                  </a:lnTo>
                  <a:lnTo>
                    <a:pt x="2967112" y="621158"/>
                  </a:lnTo>
                  <a:lnTo>
                    <a:pt x="2971193" y="661326"/>
                  </a:lnTo>
                  <a:lnTo>
                    <a:pt x="2970852" y="682502"/>
                  </a:lnTo>
                  <a:lnTo>
                    <a:pt x="2971504" y="693198"/>
                  </a:lnTo>
                  <a:lnTo>
                    <a:pt x="2970102" y="729039"/>
                  </a:lnTo>
                  <a:lnTo>
                    <a:pt x="2970009" y="734813"/>
                  </a:lnTo>
                  <a:lnTo>
                    <a:pt x="2969813" y="736424"/>
                  </a:lnTo>
                  <a:lnTo>
                    <a:pt x="2965902" y="836394"/>
                  </a:lnTo>
                  <a:cubicBezTo>
                    <a:pt x="2960070" y="929035"/>
                    <a:pt x="2952959" y="1017097"/>
                    <a:pt x="2962063" y="1106964"/>
                  </a:cubicBezTo>
                  <a:lnTo>
                    <a:pt x="2965618" y="1176297"/>
                  </a:lnTo>
                  <a:lnTo>
                    <a:pt x="2979215" y="1251458"/>
                  </a:lnTo>
                  <a:cubicBezTo>
                    <a:pt x="2991909" y="1361559"/>
                    <a:pt x="2967848" y="1412473"/>
                    <a:pt x="2954405" y="1476948"/>
                  </a:cubicBezTo>
                  <a:lnTo>
                    <a:pt x="2949190" y="1513863"/>
                  </a:lnTo>
                  <a:lnTo>
                    <a:pt x="2948211" y="1558645"/>
                  </a:lnTo>
                  <a:lnTo>
                    <a:pt x="2950970" y="1609790"/>
                  </a:lnTo>
                  <a:lnTo>
                    <a:pt x="2962063" y="1675587"/>
                  </a:lnTo>
                  <a:cubicBezTo>
                    <a:pt x="2882541" y="1702546"/>
                    <a:pt x="2793837" y="1684930"/>
                    <a:pt x="2692060" y="1669383"/>
                  </a:cubicBezTo>
                  <a:lnTo>
                    <a:pt x="2634238" y="1661651"/>
                  </a:lnTo>
                  <a:lnTo>
                    <a:pt x="2582869" y="1659156"/>
                  </a:lnTo>
                  <a:cubicBezTo>
                    <a:pt x="2527514" y="1659589"/>
                    <a:pt x="2467485" y="1663993"/>
                    <a:pt x="2402517" y="1675587"/>
                  </a:cubicBezTo>
                  <a:cubicBezTo>
                    <a:pt x="2370033" y="1681384"/>
                    <a:pt x="2339452" y="1685003"/>
                    <a:pt x="2310489" y="1686988"/>
                  </a:cubicBezTo>
                  <a:lnTo>
                    <a:pt x="2285156" y="1687480"/>
                  </a:lnTo>
                  <a:lnTo>
                    <a:pt x="2251391" y="1694349"/>
                  </a:lnTo>
                  <a:cubicBezTo>
                    <a:pt x="2050975" y="1721701"/>
                    <a:pt x="1949126" y="1644257"/>
                    <a:pt x="1842971" y="1675587"/>
                  </a:cubicBezTo>
                  <a:cubicBezTo>
                    <a:pt x="1721793" y="1710598"/>
                    <a:pt x="1541890" y="1684416"/>
                    <a:pt x="1403823" y="1675644"/>
                  </a:cubicBezTo>
                  <a:lnTo>
                    <a:pt x="1312838" y="1675601"/>
                  </a:lnTo>
                  <a:lnTo>
                    <a:pt x="1267008" y="1692779"/>
                  </a:lnTo>
                  <a:cubicBezTo>
                    <a:pt x="1157102" y="1721179"/>
                    <a:pt x="1024331" y="1673566"/>
                    <a:pt x="812229" y="1675587"/>
                  </a:cubicBezTo>
                  <a:cubicBezTo>
                    <a:pt x="781929" y="1675876"/>
                    <a:pt x="751188" y="1674872"/>
                    <a:pt x="720040" y="1673046"/>
                  </a:cubicBezTo>
                  <a:lnTo>
                    <a:pt x="708104" y="1672104"/>
                  </a:lnTo>
                  <a:lnTo>
                    <a:pt x="635530" y="1675587"/>
                  </a:lnTo>
                  <a:cubicBezTo>
                    <a:pt x="348178" y="1703925"/>
                    <a:pt x="145207" y="1636632"/>
                    <a:pt x="17085" y="1675587"/>
                  </a:cubicBezTo>
                  <a:cubicBezTo>
                    <a:pt x="-10473" y="1528756"/>
                    <a:pt x="34946" y="1235812"/>
                    <a:pt x="17085" y="1106964"/>
                  </a:cubicBezTo>
                  <a:lnTo>
                    <a:pt x="15361" y="1080947"/>
                  </a:lnTo>
                  <a:lnTo>
                    <a:pt x="3521" y="1015998"/>
                  </a:lnTo>
                  <a:cubicBezTo>
                    <a:pt x="-15190" y="856376"/>
                    <a:pt x="48258" y="784558"/>
                    <a:pt x="17085" y="588026"/>
                  </a:cubicBezTo>
                  <a:lnTo>
                    <a:pt x="4429" y="437825"/>
                  </a:lnTo>
                  <a:lnTo>
                    <a:pt x="1811" y="417031"/>
                  </a:lnTo>
                  <a:cubicBezTo>
                    <a:pt x="-3249" y="292808"/>
                    <a:pt x="17209" y="159947"/>
                    <a:pt x="17085" y="19403"/>
                  </a:cubicBezTo>
                  <a:cubicBezTo>
                    <a:pt x="294266" y="-29779"/>
                    <a:pt x="453662" y="60372"/>
                    <a:pt x="664980" y="19403"/>
                  </a:cubicBezTo>
                  <a:cubicBezTo>
                    <a:pt x="813897" y="-15747"/>
                    <a:pt x="943273" y="9395"/>
                    <a:pt x="1106685" y="18487"/>
                  </a:cubicBezTo>
                  <a:lnTo>
                    <a:pt x="1171686" y="18824"/>
                  </a:lnTo>
                  <a:lnTo>
                    <a:pt x="1252767" y="11079"/>
                  </a:lnTo>
                  <a:cubicBezTo>
                    <a:pt x="1303287" y="8940"/>
                    <a:pt x="1353056" y="11048"/>
                    <a:pt x="1401006" y="14749"/>
                  </a:cubicBezTo>
                  <a:lnTo>
                    <a:pt x="1449325" y="19404"/>
                  </a:lnTo>
                  <a:lnTo>
                    <a:pt x="1403935" y="19404"/>
                  </a:lnTo>
                  <a:lnTo>
                    <a:pt x="1607754" y="227560"/>
                  </a:lnTo>
                  <a:lnTo>
                    <a:pt x="1403935" y="435715"/>
                  </a:lnTo>
                  <a:lnTo>
                    <a:pt x="1396300" y="435715"/>
                  </a:lnTo>
                  <a:lnTo>
                    <a:pt x="1600119" y="643870"/>
                  </a:lnTo>
                  <a:lnTo>
                    <a:pt x="1396300" y="852025"/>
                  </a:lnTo>
                  <a:lnTo>
                    <a:pt x="1408369" y="852025"/>
                  </a:lnTo>
                  <a:lnTo>
                    <a:pt x="1607754" y="1055652"/>
                  </a:lnTo>
                  <a:lnTo>
                    <a:pt x="1408370" y="1259278"/>
                  </a:lnTo>
                  <a:lnTo>
                    <a:pt x="1403935" y="1259278"/>
                  </a:lnTo>
                  <a:lnTo>
                    <a:pt x="1406153" y="1261543"/>
                  </a:lnTo>
                  <a:lnTo>
                    <a:pt x="1403935" y="1263807"/>
                  </a:lnTo>
                  <a:lnTo>
                    <a:pt x="1408370" y="1263807"/>
                  </a:lnTo>
                  <a:lnTo>
                    <a:pt x="1607754" y="1467433"/>
                  </a:lnTo>
                  <a:lnTo>
                    <a:pt x="1403935" y="1675588"/>
                  </a:lnTo>
                  <a:lnTo>
                    <a:pt x="1616082" y="1675588"/>
                  </a:lnTo>
                  <a:lnTo>
                    <a:pt x="1819900" y="1467433"/>
                  </a:lnTo>
                  <a:lnTo>
                    <a:pt x="1618299" y="1261543"/>
                  </a:lnTo>
                  <a:lnTo>
                    <a:pt x="1819900" y="1055652"/>
                  </a:lnTo>
                  <a:lnTo>
                    <a:pt x="1616082" y="847497"/>
                  </a:lnTo>
                  <a:lnTo>
                    <a:pt x="1612881" y="847497"/>
                  </a:lnTo>
                  <a:lnTo>
                    <a:pt x="1812265" y="643870"/>
                  </a:lnTo>
                  <a:lnTo>
                    <a:pt x="1608447" y="435715"/>
                  </a:lnTo>
                  <a:lnTo>
                    <a:pt x="1616082" y="435715"/>
                  </a:lnTo>
                  <a:lnTo>
                    <a:pt x="1819900" y="227560"/>
                  </a:lnTo>
                  <a:lnTo>
                    <a:pt x="1629585" y="33194"/>
                  </a:lnTo>
                  <a:lnTo>
                    <a:pt x="1658341" y="34838"/>
                  </a:lnTo>
                  <a:cubicBezTo>
                    <a:pt x="1694745" y="34294"/>
                    <a:pt x="1727195" y="30034"/>
                    <a:pt x="1754622" y="19403"/>
                  </a:cubicBezTo>
                  <a:cubicBezTo>
                    <a:pt x="1785967" y="7254"/>
                    <a:pt x="1825681" y="1853"/>
                    <a:pt x="1870813" y="417"/>
                  </a:cubicBezTo>
                  <a:lnTo>
                    <a:pt x="2005939" y="4782"/>
                  </a:lnTo>
                  <a:close/>
                </a:path>
              </a:pathLst>
            </a:custGeom>
            <a:blipFill>
              <a:blip r:embed="rId2"/>
              <a:tile tx="0" ty="0" sx="100000" sy="100000" flip="none" algn="tl"/>
            </a:blip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CA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9014A62-6FD1-9087-37A9-4C96486E8B9E}"/>
                </a:ext>
              </a:extLst>
            </p:cNvPr>
            <p:cNvSpPr/>
            <p:nvPr/>
          </p:nvSpPr>
          <p:spPr>
            <a:xfrm>
              <a:off x="7677783" y="1792218"/>
              <a:ext cx="45719" cy="165618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34805B3F-516A-964B-F8D2-9C133647FD5F}"/>
                </a:ext>
              </a:extLst>
            </p:cNvPr>
            <p:cNvSpPr/>
            <p:nvPr/>
          </p:nvSpPr>
          <p:spPr>
            <a:xfrm>
              <a:off x="10653016" y="1792218"/>
              <a:ext cx="45719" cy="1656184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0F2A7B2-3408-8094-2B39-3886C168F90D}"/>
                    </a:ext>
                  </a:extLst>
                </p:cNvPr>
                <p:cNvSpPr txBox="1"/>
                <p:nvPr/>
              </p:nvSpPr>
              <p:spPr>
                <a:xfrm>
                  <a:off x="7400207" y="2456278"/>
                  <a:ext cx="277576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0F2A7B2-3408-8094-2B39-3886C168F9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0207" y="2456278"/>
                  <a:ext cx="277576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2222" r="-8889" b="-1555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6727129-96A9-AE0E-774F-4727B3E8D443}"/>
                    </a:ext>
                  </a:extLst>
                </p:cNvPr>
                <p:cNvSpPr txBox="1"/>
                <p:nvPr/>
              </p:nvSpPr>
              <p:spPr>
                <a:xfrm>
                  <a:off x="8027332" y="2481810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6727129-96A9-AE0E-774F-4727B3E8D4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27332" y="2481810"/>
                  <a:ext cx="252633" cy="276999"/>
                </a:xfrm>
                <a:prstGeom prst="rect">
                  <a:avLst/>
                </a:prstGeom>
                <a:blipFill>
                  <a:blip r:embed="rId19"/>
                  <a:stretch>
                    <a:fillRect l="-24390" r="-4878" b="-869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941A214-FBAF-7AC7-ADFD-B8116848C189}"/>
                    </a:ext>
                  </a:extLst>
                </p:cNvPr>
                <p:cNvSpPr txBox="1"/>
                <p:nvPr/>
              </p:nvSpPr>
              <p:spPr>
                <a:xfrm>
                  <a:off x="10164045" y="2456277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941A214-FBAF-7AC7-ADFD-B8116848C1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64045" y="2456277"/>
                  <a:ext cx="252633" cy="276999"/>
                </a:xfrm>
                <a:prstGeom prst="rect">
                  <a:avLst/>
                </a:prstGeom>
                <a:blipFill>
                  <a:blip r:embed="rId20"/>
                  <a:stretch>
                    <a:fillRect l="-21429" r="-2381" b="-11111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F8769AA-EB1A-CA77-ACF4-A3BEAB697146}"/>
                    </a:ext>
                  </a:extLst>
                </p:cNvPr>
                <p:cNvSpPr txBox="1"/>
                <p:nvPr/>
              </p:nvSpPr>
              <p:spPr>
                <a:xfrm>
                  <a:off x="10682440" y="2481895"/>
                  <a:ext cx="25263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FF8769AA-EB1A-CA77-ACF4-A3BEAB6971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82440" y="2481895"/>
                  <a:ext cx="252633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21429" r="-2381" b="-8696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7853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3104</TotalTime>
  <Words>66</Words>
  <Application>Microsoft Office PowerPoint</Application>
  <PresentationFormat>Widescreen</PresentationFormat>
  <Paragraphs>46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Times New Roman</vt:lpstr>
      <vt:lpstr>Office Theme</vt:lpstr>
      <vt:lpstr>Illustrations for the term paper of FEM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Jeapo Z</dc:creator>
  <cp:lastModifiedBy>Jeapo Z</cp:lastModifiedBy>
  <cp:revision>6</cp:revision>
  <dcterms:created xsi:type="dcterms:W3CDTF">2026-02-23T23:12:24Z</dcterms:created>
  <dcterms:modified xsi:type="dcterms:W3CDTF">2026-02-26T23:13:04Z</dcterms:modified>
</cp:coreProperties>
</file>